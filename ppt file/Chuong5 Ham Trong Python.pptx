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26" r:id="rId1"/>
  </p:sldMasterIdLst>
  <p:notesMasterIdLst>
    <p:notesMasterId r:id="rId43"/>
  </p:notesMasterIdLst>
  <p:sldIdLst>
    <p:sldId id="256" r:id="rId2"/>
    <p:sldId id="265" r:id="rId3"/>
    <p:sldId id="276" r:id="rId4"/>
    <p:sldId id="351" r:id="rId5"/>
    <p:sldId id="352" r:id="rId6"/>
    <p:sldId id="353" r:id="rId7"/>
    <p:sldId id="354" r:id="rId8"/>
    <p:sldId id="355" r:id="rId9"/>
    <p:sldId id="356" r:id="rId10"/>
    <p:sldId id="357" r:id="rId11"/>
    <p:sldId id="358" r:id="rId12"/>
    <p:sldId id="359" r:id="rId13"/>
    <p:sldId id="324" r:id="rId14"/>
    <p:sldId id="350" r:id="rId15"/>
    <p:sldId id="361" r:id="rId16"/>
    <p:sldId id="362" r:id="rId17"/>
    <p:sldId id="363" r:id="rId18"/>
    <p:sldId id="364" r:id="rId19"/>
    <p:sldId id="365" r:id="rId20"/>
    <p:sldId id="366" r:id="rId21"/>
    <p:sldId id="367" r:id="rId22"/>
    <p:sldId id="368" r:id="rId23"/>
    <p:sldId id="369" r:id="rId24"/>
    <p:sldId id="370" r:id="rId25"/>
    <p:sldId id="371" r:id="rId26"/>
    <p:sldId id="372" r:id="rId27"/>
    <p:sldId id="373" r:id="rId28"/>
    <p:sldId id="374" r:id="rId29"/>
    <p:sldId id="375" r:id="rId30"/>
    <p:sldId id="376" r:id="rId31"/>
    <p:sldId id="377" r:id="rId32"/>
    <p:sldId id="378" r:id="rId33"/>
    <p:sldId id="379" r:id="rId34"/>
    <p:sldId id="382" r:id="rId35"/>
    <p:sldId id="383" r:id="rId36"/>
    <p:sldId id="385" r:id="rId37"/>
    <p:sldId id="384" r:id="rId38"/>
    <p:sldId id="360" r:id="rId39"/>
    <p:sldId id="380" r:id="rId40"/>
    <p:sldId id="381" r:id="rId41"/>
    <p:sldId id="304" r:id="rId42"/>
  </p:sldIdLst>
  <p:sldSz cx="9144000" cy="6858000" type="screen4x3"/>
  <p:notesSz cx="6858000" cy="9144000"/>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loop="1"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339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8198" autoAdjust="0"/>
    <p:restoredTop sz="94662" autoAdjust="0"/>
  </p:normalViewPr>
  <p:slideViewPr>
    <p:cSldViewPr>
      <p:cViewPr varScale="1">
        <p:scale>
          <a:sx n="149" d="100"/>
          <a:sy n="149" d="100"/>
        </p:scale>
        <p:origin x="2656" y="16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D51BF50-0F84-441F-8386-03A4B723835A}"/>
              </a:ext>
            </a:extLst>
          </p:cNvPr>
          <p:cNvSpPr>
            <a:spLocks noGrp="1"/>
          </p:cNvSpPr>
          <p:nvPr>
            <p:ph type="hdr" sz="quarter"/>
          </p:nvPr>
        </p:nvSpPr>
        <p:spPr>
          <a:xfrm>
            <a:off x="0" y="0"/>
            <a:ext cx="2971800" cy="457200"/>
          </a:xfrm>
          <a:prstGeom prst="rect">
            <a:avLst/>
          </a:prstGeom>
        </p:spPr>
        <p:txBody>
          <a:bodyPr vert="horz" lIns="91440" tIns="45720" rIns="91440" bIns="45720" rtlCol="0"/>
          <a:lstStyle>
            <a:lvl1pPr algn="l" eaLnBrk="1" fontAlgn="auto" hangingPunct="1">
              <a:spcBef>
                <a:spcPts val="0"/>
              </a:spcBef>
              <a:spcAft>
                <a:spcPts val="0"/>
              </a:spcAft>
              <a:defRPr sz="1200">
                <a:latin typeface="+mn-lt"/>
                <a:cs typeface="+mn-cs"/>
              </a:defRPr>
            </a:lvl1pPr>
          </a:lstStyle>
          <a:p>
            <a:pPr>
              <a:defRPr/>
            </a:pPr>
            <a:endParaRPr lang="en-US"/>
          </a:p>
        </p:txBody>
      </p:sp>
      <p:sp>
        <p:nvSpPr>
          <p:cNvPr id="3" name="Date Placeholder 2">
            <a:extLst>
              <a:ext uri="{FF2B5EF4-FFF2-40B4-BE49-F238E27FC236}">
                <a16:creationId xmlns:a16="http://schemas.microsoft.com/office/drawing/2014/main" id="{5CA54E82-B9F2-416B-88D1-8A75A1025827}"/>
              </a:ext>
            </a:extLst>
          </p:cNvPr>
          <p:cNvSpPr>
            <a:spLocks noGrp="1"/>
          </p:cNvSpPr>
          <p:nvPr>
            <p:ph type="dt" idx="1"/>
          </p:nvPr>
        </p:nvSpPr>
        <p:spPr>
          <a:xfrm>
            <a:off x="3884613" y="0"/>
            <a:ext cx="2971800" cy="457200"/>
          </a:xfrm>
          <a:prstGeom prst="rect">
            <a:avLst/>
          </a:prstGeom>
        </p:spPr>
        <p:txBody>
          <a:bodyPr vert="horz" lIns="91440" tIns="45720" rIns="91440" bIns="45720" rtlCol="0"/>
          <a:lstStyle>
            <a:lvl1pPr algn="r" eaLnBrk="1" fontAlgn="auto" hangingPunct="1">
              <a:spcBef>
                <a:spcPts val="0"/>
              </a:spcBef>
              <a:spcAft>
                <a:spcPts val="0"/>
              </a:spcAft>
              <a:defRPr sz="1200">
                <a:latin typeface="+mn-lt"/>
                <a:cs typeface="+mn-cs"/>
              </a:defRPr>
            </a:lvl1pPr>
          </a:lstStyle>
          <a:p>
            <a:pPr>
              <a:defRPr/>
            </a:pPr>
            <a:fld id="{AA111E2F-E82A-430E-9357-CFD2047D2679}" type="datetimeFigureOut">
              <a:rPr lang="en-US"/>
              <a:pPr>
                <a:defRPr/>
              </a:pPr>
              <a:t>1/20/26</a:t>
            </a:fld>
            <a:endParaRPr lang="en-US"/>
          </a:p>
        </p:txBody>
      </p:sp>
      <p:sp>
        <p:nvSpPr>
          <p:cNvPr id="4" name="Slide Image Placeholder 3">
            <a:extLst>
              <a:ext uri="{FF2B5EF4-FFF2-40B4-BE49-F238E27FC236}">
                <a16:creationId xmlns:a16="http://schemas.microsoft.com/office/drawing/2014/main" id="{F55CE690-CCEF-4202-9203-E2C7486294DA}"/>
              </a:ext>
            </a:extLst>
          </p:cNvPr>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a:extLst>
              <a:ext uri="{FF2B5EF4-FFF2-40B4-BE49-F238E27FC236}">
                <a16:creationId xmlns:a16="http://schemas.microsoft.com/office/drawing/2014/main" id="{76330005-79A3-42C9-823E-47967F984E1B}"/>
              </a:ext>
            </a:extLst>
          </p:cNvPr>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a:extLst>
              <a:ext uri="{FF2B5EF4-FFF2-40B4-BE49-F238E27FC236}">
                <a16:creationId xmlns:a16="http://schemas.microsoft.com/office/drawing/2014/main" id="{5E1CE974-FED9-49FB-BFDE-38F60DE930BE}"/>
              </a:ext>
            </a:extLst>
          </p:cNvPr>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cs typeface="+mn-cs"/>
              </a:defRPr>
            </a:lvl1pPr>
          </a:lstStyle>
          <a:p>
            <a:pPr>
              <a:defRPr/>
            </a:pPr>
            <a:endParaRPr lang="en-US"/>
          </a:p>
        </p:txBody>
      </p:sp>
      <p:sp>
        <p:nvSpPr>
          <p:cNvPr id="7" name="Slide Number Placeholder 6">
            <a:extLst>
              <a:ext uri="{FF2B5EF4-FFF2-40B4-BE49-F238E27FC236}">
                <a16:creationId xmlns:a16="http://schemas.microsoft.com/office/drawing/2014/main" id="{2D127394-4773-43EF-8D24-A43A9B4A4D97}"/>
              </a:ext>
            </a:extLst>
          </p:cNvPr>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atin typeface="Calibri" panose="020F0502020204030204" pitchFamily="34" charset="0"/>
              </a:defRPr>
            </a:lvl1pPr>
          </a:lstStyle>
          <a:p>
            <a:pPr>
              <a:defRPr/>
            </a:pPr>
            <a:fld id="{86FF5448-A2F0-4A49-8EF3-5ABB5A8FD321}" type="slidenum">
              <a:rPr lang="en-US"/>
              <a:pPr>
                <a:defRPr/>
              </a:pPr>
              <a:t>‹#›</a:t>
            </a:fld>
            <a:endParaRPr 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Slide Image Placeholder 1">
            <a:extLst>
              <a:ext uri="{FF2B5EF4-FFF2-40B4-BE49-F238E27FC236}">
                <a16:creationId xmlns:a16="http://schemas.microsoft.com/office/drawing/2014/main" id="{2F4C21E2-4EE3-4B1A-B958-441156F62C1F}"/>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6867" name="Notes Placeholder 2">
            <a:extLst>
              <a:ext uri="{FF2B5EF4-FFF2-40B4-BE49-F238E27FC236}">
                <a16:creationId xmlns:a16="http://schemas.microsoft.com/office/drawing/2014/main" id="{776F18D0-7082-4623-91FA-1EB5860F8878}"/>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vi-VN" altLang="en-US"/>
          </a:p>
          <a:p>
            <a:endParaRPr lang="vi-VN" altLang="en-US"/>
          </a:p>
        </p:txBody>
      </p:sp>
      <p:sp>
        <p:nvSpPr>
          <p:cNvPr id="36868" name="Slide Number Placeholder 3">
            <a:extLst>
              <a:ext uri="{FF2B5EF4-FFF2-40B4-BE49-F238E27FC236}">
                <a16:creationId xmlns:a16="http://schemas.microsoft.com/office/drawing/2014/main" id="{F2D825D5-84CA-4E5B-99F5-583AE73DF110}"/>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FBA90C7A-0D45-417D-95AF-F0FA8C8AB7FE}" type="slidenum">
              <a:rPr lang="en-US" altLang="en-US" smtClean="0">
                <a:latin typeface="Calibri" panose="020F0502020204030204" pitchFamily="34" charset="0"/>
              </a:rPr>
              <a:pPr/>
              <a:t>41</a:t>
            </a:fld>
            <a:endParaRPr lang="en-US" altLang="en-US">
              <a:latin typeface="Calibri" panose="020F050202020403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838200" y="1143000"/>
            <a:ext cx="7772400" cy="1470025"/>
          </a:xfrm>
        </p:spPr>
        <p:txBody>
          <a:bodyPr/>
          <a:lstStyle/>
          <a:p>
            <a:r>
              <a:rPr lang="en-US"/>
              <a:t>Click to edit Master title style</a:t>
            </a:r>
            <a:endParaRPr lang="en-US" dirty="0"/>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latin typeface="Verdana" pitchFamily="34" charset="0"/>
                <a:ea typeface="Verdana" pitchFamily="34" charset="0"/>
                <a:cs typeface="Verdana"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50C84579-C751-40AD-87A4-0938E7E44CDC}"/>
              </a:ext>
            </a:extLst>
          </p:cNvPr>
          <p:cNvSpPr>
            <a:spLocks noGrp="1"/>
          </p:cNvSpPr>
          <p:nvPr>
            <p:ph type="dt" sz="half" idx="10"/>
          </p:nvPr>
        </p:nvSpPr>
        <p:spPr/>
        <p:txBody>
          <a:bodyPr/>
          <a:lstStyle>
            <a:lvl1pPr>
              <a:defRPr/>
            </a:lvl1pPr>
          </a:lstStyle>
          <a:p>
            <a:pPr>
              <a:defRPr/>
            </a:pPr>
            <a:fld id="{93F7D5C9-F607-42AC-BCDA-50763776D168}" type="datetime1">
              <a:rPr lang="en-US"/>
              <a:pPr>
                <a:defRPr/>
              </a:pPr>
              <a:t>1/20/26</a:t>
            </a:fld>
            <a:endParaRPr lang="en-US"/>
          </a:p>
        </p:txBody>
      </p:sp>
      <p:sp>
        <p:nvSpPr>
          <p:cNvPr id="5" name="Footer Placeholder 4">
            <a:extLst>
              <a:ext uri="{FF2B5EF4-FFF2-40B4-BE49-F238E27FC236}">
                <a16:creationId xmlns:a16="http://schemas.microsoft.com/office/drawing/2014/main" id="{9A9CEDD1-A46D-4F12-AE83-63B85B47E57C}"/>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00FD3E9D-09B7-423C-B88A-FE1B306A9DEF}"/>
              </a:ext>
            </a:extLst>
          </p:cNvPr>
          <p:cNvSpPr>
            <a:spLocks noGrp="1"/>
          </p:cNvSpPr>
          <p:nvPr>
            <p:ph type="sldNum" sz="quarter" idx="12"/>
          </p:nvPr>
        </p:nvSpPr>
        <p:spPr/>
        <p:txBody>
          <a:bodyPr/>
          <a:lstStyle>
            <a:lvl1pPr>
              <a:defRPr/>
            </a:lvl1pPr>
          </a:lstStyle>
          <a:p>
            <a:pPr>
              <a:defRPr/>
            </a:pPr>
            <a:fld id="{B923BC8E-587B-4B4B-AD9C-66AB623D5F03}" type="slidenum">
              <a:rPr lang="en-US"/>
              <a:pPr>
                <a:defRPr/>
              </a:pPr>
              <a:t>‹#›</a:t>
            </a:fld>
            <a:endParaRPr lang="en-US"/>
          </a:p>
        </p:txBody>
      </p:sp>
    </p:spTree>
    <p:extLst>
      <p:ext uri="{BB962C8B-B14F-4D97-AF65-F5344CB8AC3E}">
        <p14:creationId xmlns:p14="http://schemas.microsoft.com/office/powerpoint/2010/main" val="17923075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457200" y="1447801"/>
            <a:ext cx="8229600" cy="4876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521EBDE9-5997-4292-8F05-87EC2D69F5E2}"/>
              </a:ext>
            </a:extLst>
          </p:cNvPr>
          <p:cNvSpPr>
            <a:spLocks noGrp="1"/>
          </p:cNvSpPr>
          <p:nvPr>
            <p:ph type="dt" sz="half" idx="10"/>
          </p:nvPr>
        </p:nvSpPr>
        <p:spPr/>
        <p:txBody>
          <a:bodyPr/>
          <a:lstStyle>
            <a:lvl1pPr>
              <a:defRPr/>
            </a:lvl1pPr>
          </a:lstStyle>
          <a:p>
            <a:pPr>
              <a:defRPr/>
            </a:pPr>
            <a:fld id="{C710137F-940E-465E-85F2-3AA49F753A10}" type="datetime1">
              <a:rPr lang="en-US"/>
              <a:pPr>
                <a:defRPr/>
              </a:pPr>
              <a:t>1/20/26</a:t>
            </a:fld>
            <a:endParaRPr lang="en-US"/>
          </a:p>
        </p:txBody>
      </p:sp>
      <p:sp>
        <p:nvSpPr>
          <p:cNvPr id="5" name="Footer Placeholder 4">
            <a:extLst>
              <a:ext uri="{FF2B5EF4-FFF2-40B4-BE49-F238E27FC236}">
                <a16:creationId xmlns:a16="http://schemas.microsoft.com/office/drawing/2014/main" id="{31460929-7E83-47C8-9466-A1CE47AC9ACE}"/>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1E9BDDD0-6D3D-4E57-9B05-3BEFE9C3F857}"/>
              </a:ext>
            </a:extLst>
          </p:cNvPr>
          <p:cNvSpPr>
            <a:spLocks noGrp="1"/>
          </p:cNvSpPr>
          <p:nvPr>
            <p:ph type="sldNum" sz="quarter" idx="12"/>
          </p:nvPr>
        </p:nvSpPr>
        <p:spPr/>
        <p:txBody>
          <a:bodyPr/>
          <a:lstStyle>
            <a:lvl1pPr>
              <a:defRPr/>
            </a:lvl1pPr>
          </a:lstStyle>
          <a:p>
            <a:pPr>
              <a:defRPr/>
            </a:pPr>
            <a:fld id="{EC93F35B-A3D4-426F-8BCB-E3B812F5CBC2}" type="slidenum">
              <a:rPr lang="en-US"/>
              <a:pPr>
                <a:defRPr/>
              </a:pPr>
              <a:t>‹#›</a:t>
            </a:fld>
            <a:endParaRPr lang="en-US"/>
          </a:p>
        </p:txBody>
      </p:sp>
    </p:spTree>
    <p:extLst>
      <p:ext uri="{BB962C8B-B14F-4D97-AF65-F5344CB8AC3E}">
        <p14:creationId xmlns:p14="http://schemas.microsoft.com/office/powerpoint/2010/main" val="21905531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B19EFAE-2926-4E5B-8E13-D190D243AD8A}"/>
              </a:ext>
            </a:extLst>
          </p:cNvPr>
          <p:cNvSpPr/>
          <p:nvPr/>
        </p:nvSpPr>
        <p:spPr>
          <a:xfrm>
            <a:off x="88900" y="2857500"/>
            <a:ext cx="8991600" cy="1143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5" name="Rectangle 4">
            <a:extLst>
              <a:ext uri="{FF2B5EF4-FFF2-40B4-BE49-F238E27FC236}">
                <a16:creationId xmlns:a16="http://schemas.microsoft.com/office/drawing/2014/main" id="{025C2CD9-C966-45BF-8676-D9B0BBFE4EEE}"/>
              </a:ext>
            </a:extLst>
          </p:cNvPr>
          <p:cNvSpPr/>
          <p:nvPr/>
        </p:nvSpPr>
        <p:spPr>
          <a:xfrm>
            <a:off x="88900" y="2952750"/>
            <a:ext cx="8991600" cy="57150"/>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2" name="Title 1"/>
          <p:cNvSpPr>
            <a:spLocks noGrp="1"/>
          </p:cNvSpPr>
          <p:nvPr>
            <p:ph type="title"/>
          </p:nvPr>
        </p:nvSpPr>
        <p:spPr>
          <a:xfrm>
            <a:off x="762000" y="1219200"/>
            <a:ext cx="7772400" cy="1362075"/>
          </a:xfrm>
        </p:spPr>
        <p:txBody>
          <a:bodyPr anchor="t">
            <a:noAutofit/>
          </a:bodyPr>
          <a:lstStyle>
            <a:lvl1pPr algn="l">
              <a:defRPr sz="4400" b="1" cap="all"/>
            </a:lvl1pPr>
          </a:lstStyle>
          <a:p>
            <a:r>
              <a:rPr lang="en-US"/>
              <a:t>Click to edit Master title style</a:t>
            </a:r>
            <a:endParaRPr lang="en-US" dirty="0"/>
          </a:p>
        </p:txBody>
      </p:sp>
      <p:sp>
        <p:nvSpPr>
          <p:cNvPr id="3" name="Text Placeholder 2"/>
          <p:cNvSpPr>
            <a:spLocks noGrp="1"/>
          </p:cNvSpPr>
          <p:nvPr>
            <p:ph type="body" idx="1"/>
          </p:nvPr>
        </p:nvSpPr>
        <p:spPr>
          <a:xfrm>
            <a:off x="722313" y="3224213"/>
            <a:ext cx="7772400" cy="1500187"/>
          </a:xfrm>
        </p:spPr>
        <p:txBody>
          <a:bodyPr anchor="b">
            <a:normAutofit/>
          </a:bodyPr>
          <a:lstStyle>
            <a:lvl1pPr marL="0" indent="0">
              <a:buNone/>
              <a:defRPr sz="2800">
                <a:solidFill>
                  <a:schemeClr val="tx1">
                    <a:tint val="75000"/>
                  </a:schemeClr>
                </a:solidFill>
                <a:latin typeface="Verdana" pitchFamily="34" charset="0"/>
                <a:ea typeface="Verdana" pitchFamily="34" charset="0"/>
                <a:cs typeface="Verdana"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6" name="Date Placeholder 3">
            <a:extLst>
              <a:ext uri="{FF2B5EF4-FFF2-40B4-BE49-F238E27FC236}">
                <a16:creationId xmlns:a16="http://schemas.microsoft.com/office/drawing/2014/main" id="{C6404819-B724-434A-A7EA-03DA87AC2478}"/>
              </a:ext>
            </a:extLst>
          </p:cNvPr>
          <p:cNvSpPr>
            <a:spLocks noGrp="1"/>
          </p:cNvSpPr>
          <p:nvPr>
            <p:ph type="dt" sz="half" idx="10"/>
          </p:nvPr>
        </p:nvSpPr>
        <p:spPr/>
        <p:txBody>
          <a:bodyPr/>
          <a:lstStyle>
            <a:lvl1pPr>
              <a:defRPr/>
            </a:lvl1pPr>
          </a:lstStyle>
          <a:p>
            <a:pPr>
              <a:defRPr/>
            </a:pPr>
            <a:fld id="{29182C5D-0BD7-44EB-87ED-C50CE7BCD64E}" type="datetime1">
              <a:rPr lang="en-US"/>
              <a:pPr>
                <a:defRPr/>
              </a:pPr>
              <a:t>1/20/26</a:t>
            </a:fld>
            <a:endParaRPr lang="en-US"/>
          </a:p>
        </p:txBody>
      </p:sp>
      <p:sp>
        <p:nvSpPr>
          <p:cNvPr id="7" name="Footer Placeholder 4">
            <a:extLst>
              <a:ext uri="{FF2B5EF4-FFF2-40B4-BE49-F238E27FC236}">
                <a16:creationId xmlns:a16="http://schemas.microsoft.com/office/drawing/2014/main" id="{5EADEE0A-49AB-4576-96FE-946EDD789A4F}"/>
              </a:ext>
            </a:extLst>
          </p:cNvPr>
          <p:cNvSpPr>
            <a:spLocks noGrp="1"/>
          </p:cNvSpPr>
          <p:nvPr>
            <p:ph type="ftr" sz="quarter" idx="11"/>
          </p:nvPr>
        </p:nvSpPr>
        <p:spPr/>
        <p:txBody>
          <a:bodyPr/>
          <a:lstStyle>
            <a:lvl1pPr>
              <a:defRPr/>
            </a:lvl1pPr>
          </a:lstStyle>
          <a:p>
            <a:pPr>
              <a:defRPr/>
            </a:pPr>
            <a:endParaRPr lang="en-US"/>
          </a:p>
        </p:txBody>
      </p:sp>
      <p:sp>
        <p:nvSpPr>
          <p:cNvPr id="8" name="Slide Number Placeholder 5">
            <a:extLst>
              <a:ext uri="{FF2B5EF4-FFF2-40B4-BE49-F238E27FC236}">
                <a16:creationId xmlns:a16="http://schemas.microsoft.com/office/drawing/2014/main" id="{BFF667E9-C4C5-4F19-A7D9-C0A66447E9BC}"/>
              </a:ext>
            </a:extLst>
          </p:cNvPr>
          <p:cNvSpPr>
            <a:spLocks noGrp="1"/>
          </p:cNvSpPr>
          <p:nvPr>
            <p:ph type="sldNum" sz="quarter" idx="12"/>
          </p:nvPr>
        </p:nvSpPr>
        <p:spPr/>
        <p:txBody>
          <a:bodyPr/>
          <a:lstStyle>
            <a:lvl1pPr>
              <a:defRPr/>
            </a:lvl1pPr>
          </a:lstStyle>
          <a:p>
            <a:pPr>
              <a:defRPr/>
            </a:pPr>
            <a:fld id="{96C43E24-F503-4A8D-972A-68D6B0581F68}" type="slidenum">
              <a:rPr lang="en-US"/>
              <a:pPr>
                <a:defRPr/>
              </a:pPr>
              <a:t>‹#›</a:t>
            </a:fld>
            <a:endParaRPr lang="en-US"/>
          </a:p>
        </p:txBody>
      </p:sp>
    </p:spTree>
    <p:extLst>
      <p:ext uri="{BB962C8B-B14F-4D97-AF65-F5344CB8AC3E}">
        <p14:creationId xmlns:p14="http://schemas.microsoft.com/office/powerpoint/2010/main" val="2620334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a:extLst>
              <a:ext uri="{FF2B5EF4-FFF2-40B4-BE49-F238E27FC236}">
                <a16:creationId xmlns:a16="http://schemas.microsoft.com/office/drawing/2014/main" id="{E4F15C03-10F8-44E4-ACC5-A33E27EF5BA2}"/>
              </a:ext>
            </a:extLst>
          </p:cNvPr>
          <p:cNvSpPr>
            <a:spLocks noGrp="1"/>
          </p:cNvSpPr>
          <p:nvPr>
            <p:ph type="dt" sz="half" idx="10"/>
          </p:nvPr>
        </p:nvSpPr>
        <p:spPr/>
        <p:txBody>
          <a:bodyPr/>
          <a:lstStyle>
            <a:lvl1pPr>
              <a:defRPr/>
            </a:lvl1pPr>
          </a:lstStyle>
          <a:p>
            <a:pPr>
              <a:defRPr/>
            </a:pPr>
            <a:fld id="{D4212ADC-4BAD-42FC-9FCA-3B264F0878D5}" type="datetime1">
              <a:rPr lang="en-US"/>
              <a:pPr>
                <a:defRPr/>
              </a:pPr>
              <a:t>1/20/26</a:t>
            </a:fld>
            <a:endParaRPr lang="en-US"/>
          </a:p>
        </p:txBody>
      </p:sp>
      <p:sp>
        <p:nvSpPr>
          <p:cNvPr id="6" name="Footer Placeholder 4">
            <a:extLst>
              <a:ext uri="{FF2B5EF4-FFF2-40B4-BE49-F238E27FC236}">
                <a16:creationId xmlns:a16="http://schemas.microsoft.com/office/drawing/2014/main" id="{450A899E-44E5-44F2-BE86-59D91DCDA430}"/>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B3F30D59-1439-4885-A59F-147571657E15}"/>
              </a:ext>
            </a:extLst>
          </p:cNvPr>
          <p:cNvSpPr>
            <a:spLocks noGrp="1"/>
          </p:cNvSpPr>
          <p:nvPr>
            <p:ph type="sldNum" sz="quarter" idx="12"/>
          </p:nvPr>
        </p:nvSpPr>
        <p:spPr/>
        <p:txBody>
          <a:bodyPr/>
          <a:lstStyle>
            <a:lvl1pPr>
              <a:defRPr/>
            </a:lvl1pPr>
          </a:lstStyle>
          <a:p>
            <a:pPr>
              <a:defRPr/>
            </a:pPr>
            <a:fld id="{BAC52E12-AF2F-4418-ABAD-280DD74FB21B}" type="slidenum">
              <a:rPr lang="en-US"/>
              <a:pPr>
                <a:defRPr/>
              </a:pPr>
              <a:t>‹#›</a:t>
            </a:fld>
            <a:endParaRPr lang="en-US"/>
          </a:p>
        </p:txBody>
      </p:sp>
    </p:spTree>
    <p:extLst>
      <p:ext uri="{BB962C8B-B14F-4D97-AF65-F5344CB8AC3E}">
        <p14:creationId xmlns:p14="http://schemas.microsoft.com/office/powerpoint/2010/main" val="10667944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a:extLst>
              <a:ext uri="{FF2B5EF4-FFF2-40B4-BE49-F238E27FC236}">
                <a16:creationId xmlns:a16="http://schemas.microsoft.com/office/drawing/2014/main" id="{3D8E59FF-926D-4CD4-85D3-42DAB89FA374}"/>
              </a:ext>
            </a:extLst>
          </p:cNvPr>
          <p:cNvSpPr>
            <a:spLocks noGrp="1"/>
          </p:cNvSpPr>
          <p:nvPr>
            <p:ph type="dt" sz="half" idx="10"/>
          </p:nvPr>
        </p:nvSpPr>
        <p:spPr/>
        <p:txBody>
          <a:bodyPr/>
          <a:lstStyle>
            <a:lvl1pPr>
              <a:defRPr/>
            </a:lvl1pPr>
          </a:lstStyle>
          <a:p>
            <a:pPr>
              <a:defRPr/>
            </a:pPr>
            <a:fld id="{D047AE71-2050-417C-85EB-57EAD9B6DFA2}" type="datetime1">
              <a:rPr lang="en-US"/>
              <a:pPr>
                <a:defRPr/>
              </a:pPr>
              <a:t>1/20/26</a:t>
            </a:fld>
            <a:endParaRPr lang="en-US"/>
          </a:p>
        </p:txBody>
      </p:sp>
      <p:sp>
        <p:nvSpPr>
          <p:cNvPr id="8" name="Footer Placeholder 4">
            <a:extLst>
              <a:ext uri="{FF2B5EF4-FFF2-40B4-BE49-F238E27FC236}">
                <a16:creationId xmlns:a16="http://schemas.microsoft.com/office/drawing/2014/main" id="{DA9A4FB8-5FD8-46F3-A0B6-967C0D8F63DA}"/>
              </a:ext>
            </a:extLst>
          </p:cNvPr>
          <p:cNvSpPr>
            <a:spLocks noGrp="1"/>
          </p:cNvSpPr>
          <p:nvPr>
            <p:ph type="ftr" sz="quarter" idx="11"/>
          </p:nvPr>
        </p:nvSpPr>
        <p:spPr/>
        <p:txBody>
          <a:bodyPr/>
          <a:lstStyle>
            <a:lvl1pPr>
              <a:defRPr/>
            </a:lvl1pPr>
          </a:lstStyle>
          <a:p>
            <a:pPr>
              <a:defRPr/>
            </a:pPr>
            <a:endParaRPr lang="en-US"/>
          </a:p>
        </p:txBody>
      </p:sp>
      <p:sp>
        <p:nvSpPr>
          <p:cNvPr id="9" name="Slide Number Placeholder 5">
            <a:extLst>
              <a:ext uri="{FF2B5EF4-FFF2-40B4-BE49-F238E27FC236}">
                <a16:creationId xmlns:a16="http://schemas.microsoft.com/office/drawing/2014/main" id="{1A8D685A-7EF8-49C1-9291-4DAD6B36845C}"/>
              </a:ext>
            </a:extLst>
          </p:cNvPr>
          <p:cNvSpPr>
            <a:spLocks noGrp="1"/>
          </p:cNvSpPr>
          <p:nvPr>
            <p:ph type="sldNum" sz="quarter" idx="12"/>
          </p:nvPr>
        </p:nvSpPr>
        <p:spPr/>
        <p:txBody>
          <a:bodyPr/>
          <a:lstStyle>
            <a:lvl1pPr>
              <a:defRPr/>
            </a:lvl1pPr>
          </a:lstStyle>
          <a:p>
            <a:pPr>
              <a:defRPr/>
            </a:pPr>
            <a:fld id="{CFFD525E-E15D-4696-BC9C-A12243BD8A82}" type="slidenum">
              <a:rPr lang="en-US"/>
              <a:pPr>
                <a:defRPr/>
              </a:pPr>
              <a:t>‹#›</a:t>
            </a:fld>
            <a:endParaRPr lang="en-US"/>
          </a:p>
        </p:txBody>
      </p:sp>
    </p:spTree>
    <p:extLst>
      <p:ext uri="{BB962C8B-B14F-4D97-AF65-F5344CB8AC3E}">
        <p14:creationId xmlns:p14="http://schemas.microsoft.com/office/powerpoint/2010/main" val="37622210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a:extLst>
              <a:ext uri="{FF2B5EF4-FFF2-40B4-BE49-F238E27FC236}">
                <a16:creationId xmlns:a16="http://schemas.microsoft.com/office/drawing/2014/main" id="{9D84942F-42E3-4E6B-9EF5-B21495B150BA}"/>
              </a:ext>
            </a:extLst>
          </p:cNvPr>
          <p:cNvSpPr>
            <a:spLocks noGrp="1"/>
          </p:cNvSpPr>
          <p:nvPr>
            <p:ph type="dt" sz="half" idx="10"/>
          </p:nvPr>
        </p:nvSpPr>
        <p:spPr/>
        <p:txBody>
          <a:bodyPr/>
          <a:lstStyle>
            <a:lvl1pPr>
              <a:defRPr/>
            </a:lvl1pPr>
          </a:lstStyle>
          <a:p>
            <a:pPr>
              <a:defRPr/>
            </a:pPr>
            <a:fld id="{99ADE09F-8A26-4D3C-ABF3-9AB43B971576}" type="datetime1">
              <a:rPr lang="en-US"/>
              <a:pPr>
                <a:defRPr/>
              </a:pPr>
              <a:t>1/20/26</a:t>
            </a:fld>
            <a:endParaRPr lang="en-US"/>
          </a:p>
        </p:txBody>
      </p:sp>
      <p:sp>
        <p:nvSpPr>
          <p:cNvPr id="4" name="Footer Placeholder 4">
            <a:extLst>
              <a:ext uri="{FF2B5EF4-FFF2-40B4-BE49-F238E27FC236}">
                <a16:creationId xmlns:a16="http://schemas.microsoft.com/office/drawing/2014/main" id="{53AC3168-E387-4C86-89AD-C6E8135488FD}"/>
              </a:ext>
            </a:extLst>
          </p:cNvPr>
          <p:cNvSpPr>
            <a:spLocks noGrp="1"/>
          </p:cNvSpPr>
          <p:nvPr>
            <p:ph type="ftr" sz="quarter" idx="11"/>
          </p:nvPr>
        </p:nvSpPr>
        <p:spPr/>
        <p:txBody>
          <a:bodyPr/>
          <a:lstStyle>
            <a:lvl1pPr>
              <a:defRPr/>
            </a:lvl1pPr>
          </a:lstStyle>
          <a:p>
            <a:pPr>
              <a:defRPr/>
            </a:pPr>
            <a:endParaRPr lang="en-US"/>
          </a:p>
        </p:txBody>
      </p:sp>
      <p:sp>
        <p:nvSpPr>
          <p:cNvPr id="5" name="Slide Number Placeholder 5">
            <a:extLst>
              <a:ext uri="{FF2B5EF4-FFF2-40B4-BE49-F238E27FC236}">
                <a16:creationId xmlns:a16="http://schemas.microsoft.com/office/drawing/2014/main" id="{6CBC0E79-28E3-4FE5-BBB7-1318CD5BF067}"/>
              </a:ext>
            </a:extLst>
          </p:cNvPr>
          <p:cNvSpPr>
            <a:spLocks noGrp="1"/>
          </p:cNvSpPr>
          <p:nvPr>
            <p:ph type="sldNum" sz="quarter" idx="12"/>
          </p:nvPr>
        </p:nvSpPr>
        <p:spPr/>
        <p:txBody>
          <a:bodyPr/>
          <a:lstStyle>
            <a:lvl1pPr>
              <a:defRPr/>
            </a:lvl1pPr>
          </a:lstStyle>
          <a:p>
            <a:pPr>
              <a:defRPr/>
            </a:pPr>
            <a:fld id="{051FC654-A73B-4C6B-8377-8213458D0392}" type="slidenum">
              <a:rPr lang="en-US"/>
              <a:pPr>
                <a:defRPr/>
              </a:pPr>
              <a:t>‹#›</a:t>
            </a:fld>
            <a:endParaRPr lang="en-US"/>
          </a:p>
        </p:txBody>
      </p:sp>
    </p:spTree>
    <p:extLst>
      <p:ext uri="{BB962C8B-B14F-4D97-AF65-F5344CB8AC3E}">
        <p14:creationId xmlns:p14="http://schemas.microsoft.com/office/powerpoint/2010/main" val="18194887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745300E6-8FDE-4287-99CA-110837F4315D}"/>
              </a:ext>
            </a:extLst>
          </p:cNvPr>
          <p:cNvSpPr>
            <a:spLocks noGrp="1"/>
          </p:cNvSpPr>
          <p:nvPr>
            <p:ph type="dt" sz="half" idx="10"/>
          </p:nvPr>
        </p:nvSpPr>
        <p:spPr/>
        <p:txBody>
          <a:bodyPr/>
          <a:lstStyle>
            <a:lvl1pPr>
              <a:defRPr/>
            </a:lvl1pPr>
          </a:lstStyle>
          <a:p>
            <a:pPr>
              <a:defRPr/>
            </a:pPr>
            <a:fld id="{08290D71-FC43-4727-8063-F4F29C38F712}" type="datetime1">
              <a:rPr lang="en-US"/>
              <a:pPr>
                <a:defRPr/>
              </a:pPr>
              <a:t>1/20/26</a:t>
            </a:fld>
            <a:endParaRPr lang="en-US"/>
          </a:p>
        </p:txBody>
      </p:sp>
      <p:sp>
        <p:nvSpPr>
          <p:cNvPr id="3" name="Footer Placeholder 4">
            <a:extLst>
              <a:ext uri="{FF2B5EF4-FFF2-40B4-BE49-F238E27FC236}">
                <a16:creationId xmlns:a16="http://schemas.microsoft.com/office/drawing/2014/main" id="{5D2AD970-F2F4-4A95-908D-393194DB85A3}"/>
              </a:ext>
            </a:extLst>
          </p:cNvPr>
          <p:cNvSpPr>
            <a:spLocks noGrp="1"/>
          </p:cNvSpPr>
          <p:nvPr>
            <p:ph type="ftr" sz="quarter" idx="11"/>
          </p:nvPr>
        </p:nvSpPr>
        <p:spPr/>
        <p:txBody>
          <a:bodyPr/>
          <a:lstStyle>
            <a:lvl1pPr>
              <a:defRPr/>
            </a:lvl1pPr>
          </a:lstStyle>
          <a:p>
            <a:pPr>
              <a:defRPr/>
            </a:pPr>
            <a:endParaRPr lang="en-US"/>
          </a:p>
        </p:txBody>
      </p:sp>
      <p:sp>
        <p:nvSpPr>
          <p:cNvPr id="4" name="Slide Number Placeholder 5">
            <a:extLst>
              <a:ext uri="{FF2B5EF4-FFF2-40B4-BE49-F238E27FC236}">
                <a16:creationId xmlns:a16="http://schemas.microsoft.com/office/drawing/2014/main" id="{099F930A-3946-47F1-B465-96272EF5B651}"/>
              </a:ext>
            </a:extLst>
          </p:cNvPr>
          <p:cNvSpPr>
            <a:spLocks noGrp="1"/>
          </p:cNvSpPr>
          <p:nvPr>
            <p:ph type="sldNum" sz="quarter" idx="12"/>
          </p:nvPr>
        </p:nvSpPr>
        <p:spPr/>
        <p:txBody>
          <a:bodyPr/>
          <a:lstStyle>
            <a:lvl1pPr>
              <a:defRPr/>
            </a:lvl1pPr>
          </a:lstStyle>
          <a:p>
            <a:pPr>
              <a:defRPr/>
            </a:pPr>
            <a:fld id="{174BEAE8-9718-4B03-B8BA-36F3B1712D32}" type="slidenum">
              <a:rPr lang="en-US"/>
              <a:pPr>
                <a:defRPr/>
              </a:pPr>
              <a:t>‹#›</a:t>
            </a:fld>
            <a:endParaRPr lang="en-US"/>
          </a:p>
        </p:txBody>
      </p:sp>
    </p:spTree>
    <p:extLst>
      <p:ext uri="{BB962C8B-B14F-4D97-AF65-F5344CB8AC3E}">
        <p14:creationId xmlns:p14="http://schemas.microsoft.com/office/powerpoint/2010/main" val="3261409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a:extLst>
              <a:ext uri="{FF2B5EF4-FFF2-40B4-BE49-F238E27FC236}">
                <a16:creationId xmlns:a16="http://schemas.microsoft.com/office/drawing/2014/main" id="{CC77F01E-916E-4182-B433-0B2F5FA94506}"/>
              </a:ext>
            </a:extLst>
          </p:cNvPr>
          <p:cNvSpPr>
            <a:spLocks noGrp="1"/>
          </p:cNvSpPr>
          <p:nvPr>
            <p:ph type="dt" sz="half" idx="10"/>
          </p:nvPr>
        </p:nvSpPr>
        <p:spPr/>
        <p:txBody>
          <a:bodyPr/>
          <a:lstStyle>
            <a:lvl1pPr>
              <a:defRPr/>
            </a:lvl1pPr>
          </a:lstStyle>
          <a:p>
            <a:pPr>
              <a:defRPr/>
            </a:pPr>
            <a:fld id="{CE7E1534-A264-4242-848A-2514C7A1B74C}" type="datetime1">
              <a:rPr lang="en-US"/>
              <a:pPr>
                <a:defRPr/>
              </a:pPr>
              <a:t>1/20/26</a:t>
            </a:fld>
            <a:endParaRPr lang="en-US"/>
          </a:p>
        </p:txBody>
      </p:sp>
      <p:sp>
        <p:nvSpPr>
          <p:cNvPr id="6" name="Footer Placeholder 4">
            <a:extLst>
              <a:ext uri="{FF2B5EF4-FFF2-40B4-BE49-F238E27FC236}">
                <a16:creationId xmlns:a16="http://schemas.microsoft.com/office/drawing/2014/main" id="{A152AE20-60C6-40A7-9781-ADBC899483A7}"/>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570F2E3B-8379-4C8E-A627-FAE764FEAF4A}"/>
              </a:ext>
            </a:extLst>
          </p:cNvPr>
          <p:cNvSpPr>
            <a:spLocks noGrp="1"/>
          </p:cNvSpPr>
          <p:nvPr>
            <p:ph type="sldNum" sz="quarter" idx="12"/>
          </p:nvPr>
        </p:nvSpPr>
        <p:spPr/>
        <p:txBody>
          <a:bodyPr/>
          <a:lstStyle>
            <a:lvl1pPr>
              <a:defRPr/>
            </a:lvl1pPr>
          </a:lstStyle>
          <a:p>
            <a:pPr>
              <a:defRPr/>
            </a:pPr>
            <a:fld id="{7BFA036C-1607-4B18-AEAA-5707C5D3E872}" type="slidenum">
              <a:rPr lang="en-US"/>
              <a:pPr>
                <a:defRPr/>
              </a:pPr>
              <a:t>‹#›</a:t>
            </a:fld>
            <a:endParaRPr lang="en-US"/>
          </a:p>
        </p:txBody>
      </p:sp>
    </p:spTree>
    <p:extLst>
      <p:ext uri="{BB962C8B-B14F-4D97-AF65-F5344CB8AC3E}">
        <p14:creationId xmlns:p14="http://schemas.microsoft.com/office/powerpoint/2010/main" val="526318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a:extLst>
              <a:ext uri="{FF2B5EF4-FFF2-40B4-BE49-F238E27FC236}">
                <a16:creationId xmlns:a16="http://schemas.microsoft.com/office/drawing/2014/main" id="{C5C91E8C-2128-4D73-8E77-64FFAB66BE9A}"/>
              </a:ext>
            </a:extLst>
          </p:cNvPr>
          <p:cNvSpPr>
            <a:spLocks noGrp="1"/>
          </p:cNvSpPr>
          <p:nvPr>
            <p:ph type="dt" sz="half" idx="10"/>
          </p:nvPr>
        </p:nvSpPr>
        <p:spPr/>
        <p:txBody>
          <a:bodyPr/>
          <a:lstStyle>
            <a:lvl1pPr>
              <a:defRPr/>
            </a:lvl1pPr>
          </a:lstStyle>
          <a:p>
            <a:pPr>
              <a:defRPr/>
            </a:pPr>
            <a:fld id="{C144AA1C-271B-4B39-912B-6CD323D3D2FE}" type="datetime1">
              <a:rPr lang="en-US"/>
              <a:pPr>
                <a:defRPr/>
              </a:pPr>
              <a:t>1/20/26</a:t>
            </a:fld>
            <a:endParaRPr lang="en-US"/>
          </a:p>
        </p:txBody>
      </p:sp>
      <p:sp>
        <p:nvSpPr>
          <p:cNvPr id="6" name="Footer Placeholder 4">
            <a:extLst>
              <a:ext uri="{FF2B5EF4-FFF2-40B4-BE49-F238E27FC236}">
                <a16:creationId xmlns:a16="http://schemas.microsoft.com/office/drawing/2014/main" id="{D1E652DA-97F8-4D17-8918-63E7E74E9ADA}"/>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000CDA65-6C32-4C34-9F02-27F08841D44C}"/>
              </a:ext>
            </a:extLst>
          </p:cNvPr>
          <p:cNvSpPr>
            <a:spLocks noGrp="1"/>
          </p:cNvSpPr>
          <p:nvPr>
            <p:ph type="sldNum" sz="quarter" idx="12"/>
          </p:nvPr>
        </p:nvSpPr>
        <p:spPr/>
        <p:txBody>
          <a:bodyPr/>
          <a:lstStyle>
            <a:lvl1pPr>
              <a:defRPr/>
            </a:lvl1pPr>
          </a:lstStyle>
          <a:p>
            <a:pPr>
              <a:defRPr/>
            </a:pPr>
            <a:fld id="{FBA70039-5E34-44CB-998C-1319E56422F8}" type="slidenum">
              <a:rPr lang="en-US"/>
              <a:pPr>
                <a:defRPr/>
              </a:pPr>
              <a:t>‹#›</a:t>
            </a:fld>
            <a:endParaRPr lang="en-US"/>
          </a:p>
        </p:txBody>
      </p:sp>
    </p:spTree>
    <p:extLst>
      <p:ext uri="{BB962C8B-B14F-4D97-AF65-F5344CB8AC3E}">
        <p14:creationId xmlns:p14="http://schemas.microsoft.com/office/powerpoint/2010/main" val="36461892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7EC58E6-D8D3-44EE-B37A-BF0B5BA468BE}"/>
              </a:ext>
            </a:extLst>
          </p:cNvPr>
          <p:cNvSpPr>
            <a:spLocks noGrp="1"/>
          </p:cNvSpPr>
          <p:nvPr>
            <p:ph type="dt" sz="half" idx="10"/>
          </p:nvPr>
        </p:nvSpPr>
        <p:spPr/>
        <p:txBody>
          <a:bodyPr/>
          <a:lstStyle>
            <a:lvl1pPr>
              <a:defRPr/>
            </a:lvl1pPr>
          </a:lstStyle>
          <a:p>
            <a:pPr>
              <a:defRPr/>
            </a:pPr>
            <a:fld id="{0EE65A6B-1B4E-4550-892E-88C6BABE978B}" type="datetime1">
              <a:rPr lang="en-US"/>
              <a:pPr>
                <a:defRPr/>
              </a:pPr>
              <a:t>1/20/26</a:t>
            </a:fld>
            <a:endParaRPr lang="en-US"/>
          </a:p>
        </p:txBody>
      </p:sp>
      <p:sp>
        <p:nvSpPr>
          <p:cNvPr id="5" name="Footer Placeholder 4">
            <a:extLst>
              <a:ext uri="{FF2B5EF4-FFF2-40B4-BE49-F238E27FC236}">
                <a16:creationId xmlns:a16="http://schemas.microsoft.com/office/drawing/2014/main" id="{FC35DC0F-AAEB-4250-B5FE-E046378FDA5F}"/>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6013DD26-1E72-4543-AD67-7DD7084AADCB}"/>
              </a:ext>
            </a:extLst>
          </p:cNvPr>
          <p:cNvSpPr>
            <a:spLocks noGrp="1"/>
          </p:cNvSpPr>
          <p:nvPr>
            <p:ph type="sldNum" sz="quarter" idx="12"/>
          </p:nvPr>
        </p:nvSpPr>
        <p:spPr/>
        <p:txBody>
          <a:bodyPr/>
          <a:lstStyle>
            <a:lvl1pPr>
              <a:defRPr/>
            </a:lvl1pPr>
          </a:lstStyle>
          <a:p>
            <a:pPr>
              <a:defRPr/>
            </a:pPr>
            <a:fld id="{25C4F007-3FC8-4AC9-8F98-65423296F3DF}" type="slidenum">
              <a:rPr lang="en-US"/>
              <a:pPr>
                <a:defRPr/>
              </a:pPr>
              <a:t>‹#›</a:t>
            </a:fld>
            <a:endParaRPr lang="en-US"/>
          </a:p>
        </p:txBody>
      </p:sp>
    </p:spTree>
    <p:extLst>
      <p:ext uri="{BB962C8B-B14F-4D97-AF65-F5344CB8AC3E}">
        <p14:creationId xmlns:p14="http://schemas.microsoft.com/office/powerpoint/2010/main" val="20017360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5EF0848-A4CF-4B87-82E5-7B1F76A8A61C}"/>
              </a:ext>
            </a:extLst>
          </p:cNvPr>
          <p:cNvSpPr>
            <a:spLocks noGrp="1"/>
          </p:cNvSpPr>
          <p:nvPr>
            <p:ph type="dt" sz="half" idx="10"/>
          </p:nvPr>
        </p:nvSpPr>
        <p:spPr/>
        <p:txBody>
          <a:bodyPr/>
          <a:lstStyle>
            <a:lvl1pPr>
              <a:defRPr/>
            </a:lvl1pPr>
          </a:lstStyle>
          <a:p>
            <a:pPr>
              <a:defRPr/>
            </a:pPr>
            <a:fld id="{FF9A2196-B5B2-4213-B887-8ED503E3F97C}" type="datetime1">
              <a:rPr lang="en-US"/>
              <a:pPr>
                <a:defRPr/>
              </a:pPr>
              <a:t>1/20/26</a:t>
            </a:fld>
            <a:endParaRPr lang="en-US"/>
          </a:p>
        </p:txBody>
      </p:sp>
      <p:sp>
        <p:nvSpPr>
          <p:cNvPr id="5" name="Footer Placeholder 4">
            <a:extLst>
              <a:ext uri="{FF2B5EF4-FFF2-40B4-BE49-F238E27FC236}">
                <a16:creationId xmlns:a16="http://schemas.microsoft.com/office/drawing/2014/main" id="{751D8260-C6D3-403F-87CD-5FB84BC87C7C}"/>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0D835503-ED1D-4078-AECF-AF30DD42DDB1}"/>
              </a:ext>
            </a:extLst>
          </p:cNvPr>
          <p:cNvSpPr>
            <a:spLocks noGrp="1"/>
          </p:cNvSpPr>
          <p:nvPr>
            <p:ph type="sldNum" sz="quarter" idx="12"/>
          </p:nvPr>
        </p:nvSpPr>
        <p:spPr/>
        <p:txBody>
          <a:bodyPr/>
          <a:lstStyle>
            <a:lvl1pPr>
              <a:defRPr/>
            </a:lvl1pPr>
          </a:lstStyle>
          <a:p>
            <a:pPr>
              <a:defRPr/>
            </a:pPr>
            <a:fld id="{43D520AA-61C8-42F4-A7A2-5118B02E1C31}" type="slidenum">
              <a:rPr lang="en-US"/>
              <a:pPr>
                <a:defRPr/>
              </a:pPr>
              <a:t>‹#›</a:t>
            </a:fld>
            <a:endParaRPr lang="en-US"/>
          </a:p>
        </p:txBody>
      </p:sp>
    </p:spTree>
    <p:extLst>
      <p:ext uri="{BB962C8B-B14F-4D97-AF65-F5344CB8AC3E}">
        <p14:creationId xmlns:p14="http://schemas.microsoft.com/office/powerpoint/2010/main" val="39646274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8C75A5AF-41E8-4760-9637-D05802E287AF}"/>
              </a:ext>
            </a:extLst>
          </p:cNvPr>
          <p:cNvSpPr>
            <a:spLocks noGrp="1"/>
          </p:cNvSpPr>
          <p:nvPr>
            <p:ph type="title"/>
          </p:nvPr>
        </p:nvSpPr>
        <p:spPr bwMode="auto">
          <a:xfrm>
            <a:off x="457200" y="0"/>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Text Placeholder 2">
            <a:extLst>
              <a:ext uri="{FF2B5EF4-FFF2-40B4-BE49-F238E27FC236}">
                <a16:creationId xmlns:a16="http://schemas.microsoft.com/office/drawing/2014/main" id="{5ACCED7B-1C98-4A49-BBCB-3A49B67F8DED}"/>
              </a:ext>
            </a:extLst>
          </p:cNvPr>
          <p:cNvSpPr>
            <a:spLocks noGrp="1"/>
          </p:cNvSpPr>
          <p:nvPr>
            <p:ph type="body" idx="1"/>
          </p:nvPr>
        </p:nvSpPr>
        <p:spPr bwMode="auto">
          <a:xfrm>
            <a:off x="457200" y="1295400"/>
            <a:ext cx="8229600" cy="5041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a:extLst>
              <a:ext uri="{FF2B5EF4-FFF2-40B4-BE49-F238E27FC236}">
                <a16:creationId xmlns:a16="http://schemas.microsoft.com/office/drawing/2014/main" id="{92EBB0A1-DCD9-4396-A09A-B923D19155D8}"/>
              </a:ext>
            </a:extLst>
          </p:cNvPr>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eaLnBrk="1" hangingPunct="1">
              <a:defRPr sz="1200">
                <a:solidFill>
                  <a:schemeClr val="tx1">
                    <a:tint val="75000"/>
                  </a:schemeClr>
                </a:solidFill>
                <a:latin typeface="Arial" charset="0"/>
                <a:cs typeface="Arial" charset="0"/>
              </a:defRPr>
            </a:lvl1pPr>
          </a:lstStyle>
          <a:p>
            <a:pPr>
              <a:defRPr/>
            </a:pPr>
            <a:fld id="{F37A46B3-1C96-4462-A216-097057D6FDF1}" type="datetime1">
              <a:rPr lang="en-US"/>
              <a:pPr>
                <a:defRPr/>
              </a:pPr>
              <a:t>1/20/26</a:t>
            </a:fld>
            <a:endParaRPr lang="en-US"/>
          </a:p>
        </p:txBody>
      </p:sp>
      <p:sp>
        <p:nvSpPr>
          <p:cNvPr id="5" name="Footer Placeholder 4">
            <a:extLst>
              <a:ext uri="{FF2B5EF4-FFF2-40B4-BE49-F238E27FC236}">
                <a16:creationId xmlns:a16="http://schemas.microsoft.com/office/drawing/2014/main" id="{803892D3-1713-4B7C-8D41-BEFAB7B22996}"/>
              </a:ext>
            </a:extLst>
          </p:cNvPr>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eaLnBrk="1" hangingPunct="1">
              <a:defRPr sz="1200">
                <a:solidFill>
                  <a:schemeClr val="tx1">
                    <a:tint val="75000"/>
                  </a:schemeClr>
                </a:solidFill>
                <a:latin typeface="Arial" charset="0"/>
                <a:cs typeface="Arial" charset="0"/>
              </a:defRPr>
            </a:lvl1pPr>
          </a:lstStyle>
          <a:p>
            <a:pPr>
              <a:defRPr/>
            </a:pPr>
            <a:endParaRPr lang="en-US"/>
          </a:p>
        </p:txBody>
      </p:sp>
      <p:sp>
        <p:nvSpPr>
          <p:cNvPr id="10" name="Rectangle 9">
            <a:extLst>
              <a:ext uri="{FF2B5EF4-FFF2-40B4-BE49-F238E27FC236}">
                <a16:creationId xmlns:a16="http://schemas.microsoft.com/office/drawing/2014/main" id="{174D0665-194C-46A0-A549-20DD46726839}"/>
              </a:ext>
            </a:extLst>
          </p:cNvPr>
          <p:cNvSpPr/>
          <p:nvPr/>
        </p:nvSpPr>
        <p:spPr>
          <a:xfrm>
            <a:off x="0" y="0"/>
            <a:ext cx="76200" cy="6858000"/>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13" name="Rectangle 12">
            <a:extLst>
              <a:ext uri="{FF2B5EF4-FFF2-40B4-BE49-F238E27FC236}">
                <a16:creationId xmlns:a16="http://schemas.microsoft.com/office/drawing/2014/main" id="{82D35470-FC79-4012-88FB-69780E57E307}"/>
              </a:ext>
            </a:extLst>
          </p:cNvPr>
          <p:cNvSpPr/>
          <p:nvPr/>
        </p:nvSpPr>
        <p:spPr>
          <a:xfrm>
            <a:off x="9067800" y="0"/>
            <a:ext cx="76200" cy="6858000"/>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12" name="Oval 11">
            <a:extLst>
              <a:ext uri="{FF2B5EF4-FFF2-40B4-BE49-F238E27FC236}">
                <a16:creationId xmlns:a16="http://schemas.microsoft.com/office/drawing/2014/main" id="{8E183951-DA6D-451E-A6B5-8B93B6F0B1C9}"/>
              </a:ext>
            </a:extLst>
          </p:cNvPr>
          <p:cNvSpPr/>
          <p:nvPr/>
        </p:nvSpPr>
        <p:spPr>
          <a:xfrm>
            <a:off x="8597900" y="6337300"/>
            <a:ext cx="457200" cy="457200"/>
          </a:xfrm>
          <a:prstGeom prst="ellipse">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eaLnBrk="1" hangingPunct="1">
              <a:defRPr/>
            </a:pPr>
            <a:endParaRPr lang="en-US" dirty="0"/>
          </a:p>
        </p:txBody>
      </p:sp>
      <p:sp>
        <p:nvSpPr>
          <p:cNvPr id="6" name="Slide Number Placeholder 5">
            <a:extLst>
              <a:ext uri="{FF2B5EF4-FFF2-40B4-BE49-F238E27FC236}">
                <a16:creationId xmlns:a16="http://schemas.microsoft.com/office/drawing/2014/main" id="{64881974-A739-45C2-895C-DEDA8786A97A}"/>
              </a:ext>
            </a:extLst>
          </p:cNvPr>
          <p:cNvSpPr>
            <a:spLocks noGrp="1"/>
          </p:cNvSpPr>
          <p:nvPr>
            <p:ph type="sldNum" sz="quarter" idx="4"/>
          </p:nvPr>
        </p:nvSpPr>
        <p:spPr>
          <a:xfrm>
            <a:off x="8494713" y="6388100"/>
            <a:ext cx="685800" cy="365125"/>
          </a:xfrm>
          <a:prstGeom prst="rect">
            <a:avLst/>
          </a:prstGeom>
        </p:spPr>
        <p:txBody>
          <a:bodyPr vert="horz" wrap="square" lIns="91440" tIns="45720" rIns="91440" bIns="45720" numCol="1" anchor="ctr" anchorCtr="0" compatLnSpc="1">
            <a:prstTxWarp prst="textNoShape">
              <a:avLst/>
            </a:prstTxWarp>
          </a:bodyPr>
          <a:lstStyle>
            <a:lvl1pPr algn="ctr" eaLnBrk="1" hangingPunct="1">
              <a:defRPr sz="1400">
                <a:solidFill>
                  <a:srgbClr val="002060"/>
                </a:solidFill>
              </a:defRPr>
            </a:lvl1pPr>
          </a:lstStyle>
          <a:p>
            <a:pPr>
              <a:defRPr/>
            </a:pPr>
            <a:fld id="{69B84678-E314-4EEF-81AD-08CE6B2DA7DC}" type="slidenum">
              <a:rPr lang="en-US"/>
              <a:pPr>
                <a:defRPr/>
              </a:pPr>
              <a:t>‹#›</a:t>
            </a:fld>
            <a:endParaRPr lang="en-US"/>
          </a:p>
        </p:txBody>
      </p:sp>
      <p:cxnSp>
        <p:nvCxnSpPr>
          <p:cNvPr id="8" name="Straight Connector 7">
            <a:extLst>
              <a:ext uri="{FF2B5EF4-FFF2-40B4-BE49-F238E27FC236}">
                <a16:creationId xmlns:a16="http://schemas.microsoft.com/office/drawing/2014/main" id="{E8B4F334-6E3A-4DA7-AB09-8DF4309E7FDA}"/>
              </a:ext>
            </a:extLst>
          </p:cNvPr>
          <p:cNvCxnSpPr/>
          <p:nvPr/>
        </p:nvCxnSpPr>
        <p:spPr>
          <a:xfrm>
            <a:off x="76200" y="0"/>
            <a:ext cx="0" cy="685800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4095" r:id="rId1"/>
    <p:sldLayoutId id="2147484096" r:id="rId2"/>
    <p:sldLayoutId id="2147484105" r:id="rId3"/>
    <p:sldLayoutId id="2147484097" r:id="rId4"/>
    <p:sldLayoutId id="2147484098" r:id="rId5"/>
    <p:sldLayoutId id="2147484099" r:id="rId6"/>
    <p:sldLayoutId id="2147484100" r:id="rId7"/>
    <p:sldLayoutId id="2147484101" r:id="rId8"/>
    <p:sldLayoutId id="2147484102" r:id="rId9"/>
    <p:sldLayoutId id="2147484103" r:id="rId10"/>
    <p:sldLayoutId id="2147484104" r:id="rId11"/>
  </p:sldLayoutIdLst>
  <p:hf hdr="0" ftr="0" dt="0"/>
  <p:txStyles>
    <p:titleStyle>
      <a:lvl1pPr algn="ctr" rtl="0" eaLnBrk="0" fontAlgn="base" hangingPunct="0">
        <a:spcBef>
          <a:spcPct val="0"/>
        </a:spcBef>
        <a:spcAft>
          <a:spcPct val="0"/>
        </a:spcAft>
        <a:defRPr sz="3600" b="1" kern="1200">
          <a:solidFill>
            <a:srgbClr val="002060"/>
          </a:solidFill>
          <a:latin typeface="Verdana" pitchFamily="34" charset="0"/>
          <a:ea typeface="Verdana" pitchFamily="34" charset="0"/>
          <a:cs typeface="Verdana" pitchFamily="34" charset="0"/>
        </a:defRPr>
      </a:lvl1pPr>
      <a:lvl2pPr algn="ctr" rtl="0" eaLnBrk="0" fontAlgn="base" hangingPunct="0">
        <a:spcBef>
          <a:spcPct val="0"/>
        </a:spcBef>
        <a:spcAft>
          <a:spcPct val="0"/>
        </a:spcAft>
        <a:defRPr sz="3600" b="1">
          <a:solidFill>
            <a:srgbClr val="002060"/>
          </a:solidFill>
          <a:latin typeface="Verdana" pitchFamily="34" charset="0"/>
          <a:ea typeface="Verdana" pitchFamily="34" charset="0"/>
          <a:cs typeface="Verdana" pitchFamily="34" charset="0"/>
        </a:defRPr>
      </a:lvl2pPr>
      <a:lvl3pPr algn="ctr" rtl="0" eaLnBrk="0" fontAlgn="base" hangingPunct="0">
        <a:spcBef>
          <a:spcPct val="0"/>
        </a:spcBef>
        <a:spcAft>
          <a:spcPct val="0"/>
        </a:spcAft>
        <a:defRPr sz="3600" b="1">
          <a:solidFill>
            <a:srgbClr val="002060"/>
          </a:solidFill>
          <a:latin typeface="Verdana" pitchFamily="34" charset="0"/>
          <a:ea typeface="Verdana" pitchFamily="34" charset="0"/>
          <a:cs typeface="Verdana" pitchFamily="34" charset="0"/>
        </a:defRPr>
      </a:lvl3pPr>
      <a:lvl4pPr algn="ctr" rtl="0" eaLnBrk="0" fontAlgn="base" hangingPunct="0">
        <a:spcBef>
          <a:spcPct val="0"/>
        </a:spcBef>
        <a:spcAft>
          <a:spcPct val="0"/>
        </a:spcAft>
        <a:defRPr sz="3600" b="1">
          <a:solidFill>
            <a:srgbClr val="002060"/>
          </a:solidFill>
          <a:latin typeface="Verdana" pitchFamily="34" charset="0"/>
          <a:ea typeface="Verdana" pitchFamily="34" charset="0"/>
          <a:cs typeface="Verdana" pitchFamily="34" charset="0"/>
        </a:defRPr>
      </a:lvl4pPr>
      <a:lvl5pPr algn="ctr" rtl="0" eaLnBrk="0" fontAlgn="base" hangingPunct="0">
        <a:spcBef>
          <a:spcPct val="0"/>
        </a:spcBef>
        <a:spcAft>
          <a:spcPct val="0"/>
        </a:spcAft>
        <a:defRPr sz="3600" b="1">
          <a:solidFill>
            <a:srgbClr val="002060"/>
          </a:solidFill>
          <a:latin typeface="Verdana" pitchFamily="34" charset="0"/>
          <a:ea typeface="Verdana" pitchFamily="34" charset="0"/>
          <a:cs typeface="Verdana" pitchFamily="34" charset="0"/>
        </a:defRPr>
      </a:lvl5pPr>
      <a:lvl6pPr marL="457200" algn="ctr" rtl="0" fontAlgn="base">
        <a:spcBef>
          <a:spcPct val="0"/>
        </a:spcBef>
        <a:spcAft>
          <a:spcPct val="0"/>
        </a:spcAft>
        <a:defRPr sz="3600" b="1">
          <a:solidFill>
            <a:srgbClr val="002060"/>
          </a:solidFill>
          <a:latin typeface="Verdana" pitchFamily="34" charset="0"/>
          <a:ea typeface="Verdana" pitchFamily="34" charset="0"/>
          <a:cs typeface="Verdana" pitchFamily="34" charset="0"/>
        </a:defRPr>
      </a:lvl6pPr>
      <a:lvl7pPr marL="914400" algn="ctr" rtl="0" fontAlgn="base">
        <a:spcBef>
          <a:spcPct val="0"/>
        </a:spcBef>
        <a:spcAft>
          <a:spcPct val="0"/>
        </a:spcAft>
        <a:defRPr sz="3600" b="1">
          <a:solidFill>
            <a:srgbClr val="002060"/>
          </a:solidFill>
          <a:latin typeface="Verdana" pitchFamily="34" charset="0"/>
          <a:ea typeface="Verdana" pitchFamily="34" charset="0"/>
          <a:cs typeface="Verdana" pitchFamily="34" charset="0"/>
        </a:defRPr>
      </a:lvl7pPr>
      <a:lvl8pPr marL="1371600" algn="ctr" rtl="0" fontAlgn="base">
        <a:spcBef>
          <a:spcPct val="0"/>
        </a:spcBef>
        <a:spcAft>
          <a:spcPct val="0"/>
        </a:spcAft>
        <a:defRPr sz="3600" b="1">
          <a:solidFill>
            <a:srgbClr val="002060"/>
          </a:solidFill>
          <a:latin typeface="Verdana" pitchFamily="34" charset="0"/>
          <a:ea typeface="Verdana" pitchFamily="34" charset="0"/>
          <a:cs typeface="Verdana" pitchFamily="34" charset="0"/>
        </a:defRPr>
      </a:lvl8pPr>
      <a:lvl9pPr marL="1828800" algn="ctr" rtl="0" fontAlgn="base">
        <a:spcBef>
          <a:spcPct val="0"/>
        </a:spcBef>
        <a:spcAft>
          <a:spcPct val="0"/>
        </a:spcAft>
        <a:defRPr sz="3600" b="1">
          <a:solidFill>
            <a:srgbClr val="002060"/>
          </a:solidFill>
          <a:latin typeface="Verdana" pitchFamily="34" charset="0"/>
          <a:ea typeface="Verdana" pitchFamily="34" charset="0"/>
          <a:cs typeface="Verdana" pitchFamily="34" charset="0"/>
        </a:defRPr>
      </a:lvl9pPr>
    </p:titleStyle>
    <p:bodyStyle>
      <a:lvl1pPr marL="342900" indent="-342900" algn="l" rtl="0" eaLnBrk="0" fontAlgn="base" hangingPunct="0">
        <a:spcBef>
          <a:spcPct val="20000"/>
        </a:spcBef>
        <a:spcAft>
          <a:spcPct val="0"/>
        </a:spcAft>
        <a:buClr>
          <a:srgbClr val="E46C0A"/>
        </a:buClr>
        <a:buFont typeface="Wingdings" panose="05000000000000000000" pitchFamily="2" charset="2"/>
        <a:buChar char="v"/>
        <a:defRPr sz="2600" kern="1200">
          <a:solidFill>
            <a:schemeClr val="tx1"/>
          </a:solidFill>
          <a:latin typeface="Verdana" pitchFamily="34" charset="0"/>
          <a:ea typeface="Verdana" pitchFamily="34" charset="0"/>
          <a:cs typeface="Verdana" pitchFamily="34" charset="0"/>
        </a:defRPr>
      </a:lvl1pPr>
      <a:lvl2pPr marL="742950" indent="-285750" algn="l" rtl="0" eaLnBrk="0" fontAlgn="base" hangingPunct="0">
        <a:spcBef>
          <a:spcPct val="20000"/>
        </a:spcBef>
        <a:spcAft>
          <a:spcPct val="0"/>
        </a:spcAft>
        <a:buClr>
          <a:srgbClr val="E46C0A"/>
        </a:buClr>
        <a:buFont typeface="Wingdings" panose="05000000000000000000" pitchFamily="2" charset="2"/>
        <a:buChar char="q"/>
        <a:defRPr sz="2600" kern="1200">
          <a:solidFill>
            <a:schemeClr val="tx1"/>
          </a:solidFill>
          <a:latin typeface="Verdana" pitchFamily="34" charset="0"/>
          <a:ea typeface="Verdana" pitchFamily="34" charset="0"/>
          <a:cs typeface="Verdana" pitchFamily="34" charset="0"/>
        </a:defRPr>
      </a:lvl2pPr>
      <a:lvl3pPr marL="1143000" indent="-228600" algn="l" rtl="0" eaLnBrk="0" fontAlgn="base" hangingPunct="0">
        <a:spcBef>
          <a:spcPct val="20000"/>
        </a:spcBef>
        <a:spcAft>
          <a:spcPct val="0"/>
        </a:spcAft>
        <a:buClr>
          <a:srgbClr val="E46C0A"/>
        </a:buClr>
        <a:buFont typeface="Wingdings" panose="05000000000000000000" pitchFamily="2" charset="2"/>
        <a:buChar char="Ø"/>
        <a:defRPr sz="2600" kern="1200">
          <a:solidFill>
            <a:schemeClr val="tx1"/>
          </a:solidFill>
          <a:latin typeface="Verdana" pitchFamily="34" charset="0"/>
          <a:ea typeface="Verdana" pitchFamily="34" charset="0"/>
          <a:cs typeface="Verdana" pitchFamily="34" charset="0"/>
        </a:defRPr>
      </a:lvl3pPr>
      <a:lvl4pPr marL="1600200" indent="-228600" algn="l" rtl="0" eaLnBrk="0" fontAlgn="base" hangingPunct="0">
        <a:spcBef>
          <a:spcPct val="20000"/>
        </a:spcBef>
        <a:spcAft>
          <a:spcPct val="0"/>
        </a:spcAft>
        <a:buClr>
          <a:srgbClr val="E46C0A"/>
        </a:buClr>
        <a:buFont typeface="Courier New" panose="02070309020205020404" pitchFamily="49" charset="0"/>
        <a:buChar char="o"/>
        <a:defRPr sz="2600" kern="1200">
          <a:solidFill>
            <a:schemeClr val="tx1"/>
          </a:solidFill>
          <a:latin typeface="Verdana" pitchFamily="34" charset="0"/>
          <a:ea typeface="Verdana" pitchFamily="34" charset="0"/>
          <a:cs typeface="Verdana"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600" kern="1200">
          <a:solidFill>
            <a:schemeClr val="tx1"/>
          </a:solidFill>
          <a:latin typeface="Verdana" pitchFamily="34" charset="0"/>
          <a:ea typeface="Verdana" pitchFamily="34" charset="0"/>
          <a:cs typeface="Verdana"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Slide Number Placeholder 2">
            <a:extLst>
              <a:ext uri="{FF2B5EF4-FFF2-40B4-BE49-F238E27FC236}">
                <a16:creationId xmlns:a16="http://schemas.microsoft.com/office/drawing/2014/main" id="{CBC2DA8F-B1CC-49CD-AD09-57A5370C38FE}"/>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E46C0A"/>
              </a:buClr>
              <a:buFont typeface="Wingdings" panose="05000000000000000000" pitchFamily="2" charset="2"/>
              <a:buChar char="v"/>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742950" indent="-285750">
              <a:spcBef>
                <a:spcPct val="20000"/>
              </a:spcBef>
              <a:buClr>
                <a:srgbClr val="E46C0A"/>
              </a:buClr>
              <a:buFont typeface="Wingdings" panose="05000000000000000000" pitchFamily="2" charset="2"/>
              <a:buChar char="q"/>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marL="1143000" indent="-228600">
              <a:spcBef>
                <a:spcPct val="20000"/>
              </a:spcBef>
              <a:buClr>
                <a:srgbClr val="E46C0A"/>
              </a:buClr>
              <a:buFont typeface="Wingdings" panose="05000000000000000000" pitchFamily="2" charset="2"/>
              <a:buChar char="Ø"/>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3pPr>
            <a:lvl4pPr marL="1600200" indent="-228600">
              <a:spcBef>
                <a:spcPct val="20000"/>
              </a:spcBef>
              <a:buClr>
                <a:srgbClr val="E46C0A"/>
              </a:buClr>
              <a:buFont typeface="Courier New" panose="02070309020205020404" pitchFamily="49" charset="0"/>
              <a:buChar char="o"/>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4pPr>
            <a:lvl5pPr marL="2057400" indent="-228600">
              <a:spcBef>
                <a:spcPct val="20000"/>
              </a:spcBef>
              <a:buFont typeface="Arial" panose="020B0604020202020204" pitchFamily="34" charset="0"/>
              <a:buChar char="»"/>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9pPr>
          </a:lstStyle>
          <a:p>
            <a:pPr>
              <a:spcBef>
                <a:spcPct val="0"/>
              </a:spcBef>
              <a:buClrTx/>
              <a:buFontTx/>
              <a:buNone/>
            </a:pPr>
            <a:fld id="{6C900B0F-EC9D-4EFA-B342-4DA1F0606C50}" type="slidenum">
              <a:rPr lang="en-US" altLang="en-US" sz="1400" smtClean="0">
                <a:solidFill>
                  <a:srgbClr val="002060"/>
                </a:solidFill>
                <a:latin typeface="Arial" panose="020B0604020202020204" pitchFamily="34" charset="0"/>
                <a:cs typeface="Arial" panose="020B0604020202020204" pitchFamily="34" charset="0"/>
              </a:rPr>
              <a:pPr>
                <a:spcBef>
                  <a:spcPct val="0"/>
                </a:spcBef>
                <a:buClrTx/>
                <a:buFontTx/>
                <a:buNone/>
              </a:pPr>
              <a:t>1</a:t>
            </a:fld>
            <a:endParaRPr lang="en-US" altLang="en-US" sz="1400">
              <a:solidFill>
                <a:srgbClr val="002060"/>
              </a:solidFill>
              <a:latin typeface="Arial" panose="020B0604020202020204" pitchFamily="34" charset="0"/>
              <a:cs typeface="Arial" panose="020B0604020202020204" pitchFamily="34" charset="0"/>
            </a:endParaRPr>
          </a:p>
        </p:txBody>
      </p:sp>
      <p:sp>
        <p:nvSpPr>
          <p:cNvPr id="4099" name="Title 3">
            <a:extLst>
              <a:ext uri="{FF2B5EF4-FFF2-40B4-BE49-F238E27FC236}">
                <a16:creationId xmlns:a16="http://schemas.microsoft.com/office/drawing/2014/main" id="{EB958B24-E593-4E71-96BA-1003C1A41747}"/>
              </a:ext>
            </a:extLst>
          </p:cNvPr>
          <p:cNvSpPr>
            <a:spLocks noGrp="1"/>
          </p:cNvSpPr>
          <p:nvPr>
            <p:ph type="title" idx="4294967295"/>
          </p:nvPr>
        </p:nvSpPr>
        <p:spPr>
          <a:xfrm>
            <a:off x="76200" y="2209800"/>
            <a:ext cx="8991600" cy="1447800"/>
          </a:xfrm>
        </p:spPr>
        <p:txBody>
          <a:bodyPr/>
          <a:lstStyle/>
          <a:p>
            <a:pPr eaLnBrk="1" hangingPunct="1"/>
            <a:r>
              <a:rPr lang="en-US" altLang="en-US"/>
              <a:t>CH</a:t>
            </a:r>
            <a:r>
              <a:rPr lang="vi-VN" altLang="en-US"/>
              <a:t>Ư</a:t>
            </a:r>
            <a:r>
              <a:rPr lang="en-US" altLang="en-US"/>
              <a:t>ƠNG TRÌNH CON-HÀM</a:t>
            </a:r>
          </a:p>
        </p:txBody>
      </p:sp>
      <p:sp>
        <p:nvSpPr>
          <p:cNvPr id="2" name="Title 1">
            <a:extLst>
              <a:ext uri="{FF2B5EF4-FFF2-40B4-BE49-F238E27FC236}">
                <a16:creationId xmlns:a16="http://schemas.microsoft.com/office/drawing/2014/main" id="{56033CBE-0919-4126-9462-21A740B529E2}"/>
              </a:ext>
            </a:extLst>
          </p:cNvPr>
          <p:cNvSpPr txBox="1">
            <a:spLocks/>
          </p:cNvSpPr>
          <p:nvPr/>
        </p:nvSpPr>
        <p:spPr bwMode="auto">
          <a:xfrm>
            <a:off x="914400" y="1676400"/>
            <a:ext cx="72390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E46C0A"/>
              </a:buClr>
              <a:buFont typeface="Wingdings" panose="05000000000000000000" pitchFamily="2" charset="2"/>
              <a:buChar char="v"/>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742950" indent="-285750">
              <a:spcBef>
                <a:spcPct val="20000"/>
              </a:spcBef>
              <a:buClr>
                <a:srgbClr val="E46C0A"/>
              </a:buClr>
              <a:buFont typeface="Wingdings" panose="05000000000000000000" pitchFamily="2" charset="2"/>
              <a:buChar char="q"/>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marL="1143000" indent="-228600">
              <a:spcBef>
                <a:spcPct val="20000"/>
              </a:spcBef>
              <a:buClr>
                <a:srgbClr val="E46C0A"/>
              </a:buClr>
              <a:buFont typeface="Wingdings" panose="05000000000000000000" pitchFamily="2" charset="2"/>
              <a:buChar char="Ø"/>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3pPr>
            <a:lvl4pPr marL="1600200" indent="-228600">
              <a:spcBef>
                <a:spcPct val="20000"/>
              </a:spcBef>
              <a:buClr>
                <a:srgbClr val="E46C0A"/>
              </a:buClr>
              <a:buFont typeface="Courier New" panose="02070309020205020404" pitchFamily="49" charset="0"/>
              <a:buChar char="o"/>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4pPr>
            <a:lvl5pPr marL="2057400" indent="-228600">
              <a:spcBef>
                <a:spcPct val="20000"/>
              </a:spcBef>
              <a:buFont typeface="Arial" panose="020B0604020202020204" pitchFamily="34" charset="0"/>
              <a:buChar char="»"/>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9pPr>
          </a:lstStyle>
          <a:p>
            <a:pPr algn="ctr" eaLnBrk="1" hangingPunct="1">
              <a:spcBef>
                <a:spcPct val="0"/>
              </a:spcBef>
              <a:buClrTx/>
              <a:buFontTx/>
              <a:buNone/>
            </a:pPr>
            <a:r>
              <a:rPr lang="en-US" altLang="en-US" sz="3200" b="1">
                <a:solidFill>
                  <a:srgbClr val="002060"/>
                </a:solidFill>
              </a:rPr>
              <a:t>CHƯƠNG 5</a:t>
            </a:r>
          </a:p>
        </p:txBody>
      </p:sp>
      <p:pic>
        <p:nvPicPr>
          <p:cNvPr id="10" name="Picture 2" descr="Image result for python logo">
            <a:extLst>
              <a:ext uri="{FF2B5EF4-FFF2-40B4-BE49-F238E27FC236}">
                <a16:creationId xmlns:a16="http://schemas.microsoft.com/office/drawing/2014/main" id="{D1ED85FA-BF30-4C0C-B468-B9071C47925C}"/>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2242" t="11823" r="5229" b="21182"/>
          <a:stretch/>
        </p:blipFill>
        <p:spPr bwMode="auto">
          <a:xfrm>
            <a:off x="2476500" y="3984806"/>
            <a:ext cx="4191000" cy="114914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a:extLst>
              <a:ext uri="{FF2B5EF4-FFF2-40B4-BE49-F238E27FC236}">
                <a16:creationId xmlns:a16="http://schemas.microsoft.com/office/drawing/2014/main" id="{35BAE241-8630-49BE-899C-8C8BAAA97C01}"/>
              </a:ext>
            </a:extLst>
          </p:cNvPr>
          <p:cNvSpPr>
            <a:spLocks noGrp="1"/>
          </p:cNvSpPr>
          <p:nvPr>
            <p:ph type="title"/>
          </p:nvPr>
        </p:nvSpPr>
        <p:spPr/>
        <p:txBody>
          <a:bodyPr/>
          <a:lstStyle/>
          <a:p>
            <a:pPr eaLnBrk="1" hangingPunct="1"/>
            <a:r>
              <a:rPr lang="en-US" altLang="en-US" sz="3200"/>
              <a:t>NỘI DUNG</a:t>
            </a:r>
          </a:p>
        </p:txBody>
      </p:sp>
      <p:sp>
        <p:nvSpPr>
          <p:cNvPr id="5123" name="Content Placeholder 2">
            <a:extLst>
              <a:ext uri="{FF2B5EF4-FFF2-40B4-BE49-F238E27FC236}">
                <a16:creationId xmlns:a16="http://schemas.microsoft.com/office/drawing/2014/main" id="{659DDBF3-6814-4332-BCCE-59D4CA88343B}"/>
              </a:ext>
            </a:extLst>
          </p:cNvPr>
          <p:cNvSpPr>
            <a:spLocks noGrp="1"/>
          </p:cNvSpPr>
          <p:nvPr>
            <p:ph idx="1"/>
          </p:nvPr>
        </p:nvSpPr>
        <p:spPr>
          <a:xfrm>
            <a:off x="1143000" y="1905000"/>
            <a:ext cx="6781800" cy="4419600"/>
          </a:xfrm>
        </p:spPr>
        <p:txBody>
          <a:bodyPr/>
          <a:lstStyle/>
          <a:p>
            <a:pPr marL="514350" indent="-514350">
              <a:lnSpc>
                <a:spcPct val="150000"/>
              </a:lnSpc>
              <a:spcBef>
                <a:spcPts val="1000"/>
              </a:spcBef>
              <a:buClr>
                <a:srgbClr val="215D9F"/>
              </a:buClr>
              <a:buFont typeface="+mj-lt"/>
              <a:buAutoNum type="arabicPeriod"/>
            </a:pPr>
            <a:r>
              <a:rPr lang="en-US" sz="2800" b="1">
                <a:solidFill>
                  <a:srgbClr val="0070C0"/>
                </a:solidFill>
              </a:rPr>
              <a:t>Hàm từ thư viện có sẵn</a:t>
            </a:r>
          </a:p>
          <a:p>
            <a:pPr marL="514350" indent="-514350">
              <a:lnSpc>
                <a:spcPct val="150000"/>
              </a:lnSpc>
              <a:spcBef>
                <a:spcPts val="1000"/>
              </a:spcBef>
              <a:buClr>
                <a:srgbClr val="215D9F"/>
              </a:buClr>
              <a:buFont typeface="+mj-lt"/>
              <a:buAutoNum type="arabicPeriod"/>
            </a:pPr>
            <a:r>
              <a:rPr lang="en-US" sz="2800" b="1">
                <a:solidFill>
                  <a:srgbClr val="0070C0"/>
                </a:solidFill>
              </a:rPr>
              <a:t>Bài tập</a:t>
            </a:r>
          </a:p>
          <a:p>
            <a:pPr marL="514350" indent="-514350">
              <a:lnSpc>
                <a:spcPct val="150000"/>
              </a:lnSpc>
              <a:spcBef>
                <a:spcPts val="1000"/>
              </a:spcBef>
              <a:buClr>
                <a:srgbClr val="215D9F"/>
              </a:buClr>
              <a:buFont typeface="+mj-lt"/>
              <a:buAutoNum type="arabicPeriod"/>
            </a:pPr>
            <a:r>
              <a:rPr lang="en-US" sz="2800" b="1">
                <a:solidFill>
                  <a:srgbClr val="0070C0"/>
                </a:solidFill>
              </a:rPr>
              <a:t>Định nghĩa Hàm</a:t>
            </a:r>
          </a:p>
          <a:p>
            <a:pPr marL="514350" indent="-514350">
              <a:lnSpc>
                <a:spcPct val="150000"/>
              </a:lnSpc>
              <a:spcBef>
                <a:spcPts val="1000"/>
              </a:spcBef>
              <a:buClr>
                <a:srgbClr val="215D9F"/>
              </a:buClr>
              <a:buFont typeface="+mj-lt"/>
              <a:buAutoNum type="arabicPeriod"/>
            </a:pPr>
            <a:r>
              <a:rPr lang="en-US" sz="2800" b="1">
                <a:solidFill>
                  <a:srgbClr val="0070C0"/>
                </a:solidFill>
              </a:rPr>
              <a:t>Bài tập</a:t>
            </a:r>
          </a:p>
          <a:p>
            <a:pPr marL="514350" indent="-514350">
              <a:lnSpc>
                <a:spcPct val="150000"/>
              </a:lnSpc>
              <a:spcBef>
                <a:spcPts val="1000"/>
              </a:spcBef>
              <a:buClr>
                <a:srgbClr val="215D9F"/>
              </a:buClr>
              <a:buFont typeface="+mj-lt"/>
              <a:buAutoNum type="arabicPeriod"/>
            </a:pPr>
            <a:endParaRPr lang="en-US" sz="2800" kern="0">
              <a:solidFill>
                <a:srgbClr val="002060"/>
              </a:solidFill>
              <a:latin typeface="Cambria" panose="02040503050406030204" pitchFamily="18" charset="0"/>
            </a:endParaRPr>
          </a:p>
          <a:p>
            <a:pPr marL="514350" indent="-514350">
              <a:lnSpc>
                <a:spcPct val="150000"/>
              </a:lnSpc>
              <a:spcBef>
                <a:spcPts val="1000"/>
              </a:spcBef>
              <a:buClr>
                <a:srgbClr val="215D9F"/>
              </a:buClr>
              <a:buFont typeface="+mj-lt"/>
              <a:buAutoNum type="arabicPeriod"/>
            </a:pPr>
            <a:endParaRPr lang="en-US" sz="2800" b="1">
              <a:solidFill>
                <a:srgbClr val="0070C0"/>
              </a:solidFill>
            </a:endParaRPr>
          </a:p>
          <a:p>
            <a:pPr marL="514350" indent="-514350">
              <a:lnSpc>
                <a:spcPct val="150000"/>
              </a:lnSpc>
              <a:spcBef>
                <a:spcPts val="1000"/>
              </a:spcBef>
              <a:buClr>
                <a:srgbClr val="215D9F"/>
              </a:buClr>
              <a:buFont typeface="+mj-lt"/>
              <a:buAutoNum type="arabicPeriod"/>
            </a:pPr>
            <a:endParaRPr lang="en-US" sz="2800" b="1">
              <a:solidFill>
                <a:srgbClr val="0070C0"/>
              </a:solidFill>
            </a:endParaRPr>
          </a:p>
          <a:p>
            <a:pPr marL="514350" indent="-514350">
              <a:lnSpc>
                <a:spcPct val="150000"/>
              </a:lnSpc>
              <a:spcBef>
                <a:spcPts val="1000"/>
              </a:spcBef>
              <a:buClr>
                <a:srgbClr val="215D9F"/>
              </a:buClr>
              <a:buFont typeface="+mj-lt"/>
              <a:buAutoNum type="arabicPeriod"/>
            </a:pPr>
            <a:endParaRPr lang="en-US" sz="2800" b="1">
              <a:solidFill>
                <a:srgbClr val="0070C0"/>
              </a:solidFill>
            </a:endParaRPr>
          </a:p>
        </p:txBody>
      </p:sp>
      <p:sp>
        <p:nvSpPr>
          <p:cNvPr id="5124" name="Slide Number Placeholder 24">
            <a:extLst>
              <a:ext uri="{FF2B5EF4-FFF2-40B4-BE49-F238E27FC236}">
                <a16:creationId xmlns:a16="http://schemas.microsoft.com/office/drawing/2014/main" id="{5C96DF24-5F17-41D5-8068-06CDFF80F11C}"/>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E46C0A"/>
              </a:buClr>
              <a:buFont typeface="Wingdings" panose="05000000000000000000" pitchFamily="2" charset="2"/>
              <a:buChar char="v"/>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742950" indent="-285750">
              <a:spcBef>
                <a:spcPct val="20000"/>
              </a:spcBef>
              <a:buClr>
                <a:srgbClr val="E46C0A"/>
              </a:buClr>
              <a:buFont typeface="Wingdings" panose="05000000000000000000" pitchFamily="2" charset="2"/>
              <a:buChar char="q"/>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marL="1143000" indent="-228600">
              <a:spcBef>
                <a:spcPct val="20000"/>
              </a:spcBef>
              <a:buClr>
                <a:srgbClr val="E46C0A"/>
              </a:buClr>
              <a:buFont typeface="Wingdings" panose="05000000000000000000" pitchFamily="2" charset="2"/>
              <a:buChar char="Ø"/>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3pPr>
            <a:lvl4pPr marL="1600200" indent="-228600">
              <a:spcBef>
                <a:spcPct val="20000"/>
              </a:spcBef>
              <a:buClr>
                <a:srgbClr val="E46C0A"/>
              </a:buClr>
              <a:buFont typeface="Courier New" panose="02070309020205020404" pitchFamily="49" charset="0"/>
              <a:buChar char="o"/>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4pPr>
            <a:lvl5pPr marL="2057400" indent="-228600">
              <a:spcBef>
                <a:spcPct val="20000"/>
              </a:spcBef>
              <a:buFont typeface="Arial" panose="020B0604020202020204" pitchFamily="34" charset="0"/>
              <a:buChar char="»"/>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9pPr>
          </a:lstStyle>
          <a:p>
            <a:pPr>
              <a:spcBef>
                <a:spcPct val="0"/>
              </a:spcBef>
              <a:buClrTx/>
              <a:buFontTx/>
              <a:buNone/>
            </a:pPr>
            <a:fld id="{E5FBF3B4-35B3-4638-8B43-91463F8D45E9}" type="slidenum">
              <a:rPr lang="en-US" altLang="en-US" sz="1400" smtClean="0">
                <a:solidFill>
                  <a:srgbClr val="002060"/>
                </a:solidFill>
                <a:latin typeface="Arial" panose="020B0604020202020204" pitchFamily="34" charset="0"/>
                <a:cs typeface="Arial" panose="020B0604020202020204" pitchFamily="34" charset="0"/>
              </a:rPr>
              <a:pPr>
                <a:spcBef>
                  <a:spcPct val="0"/>
                </a:spcBef>
                <a:buClrTx/>
                <a:buFontTx/>
                <a:buNone/>
              </a:pPr>
              <a:t>2</a:t>
            </a:fld>
            <a:endParaRPr lang="en-US" altLang="en-US" sz="1400">
              <a:solidFill>
                <a:srgbClr val="002060"/>
              </a:solidFill>
              <a:latin typeface="Arial" panose="020B0604020202020204" pitchFamily="34" charset="0"/>
              <a:cs typeface="Arial" panose="020B0604020202020204" pitchFamily="34" charset="0"/>
            </a:endParaRPr>
          </a:p>
        </p:txBody>
      </p:sp>
      <p:pic>
        <p:nvPicPr>
          <p:cNvPr id="5" name="Picture 2" descr="Image result for python logo">
            <a:extLst>
              <a:ext uri="{FF2B5EF4-FFF2-40B4-BE49-F238E27FC236}">
                <a16:creationId xmlns:a16="http://schemas.microsoft.com/office/drawing/2014/main" id="{6F313E3F-4AB2-470E-AE86-5D03F384AEB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2242" t="11823" r="5229" b="21182"/>
          <a:stretch/>
        </p:blipFill>
        <p:spPr bwMode="auto">
          <a:xfrm>
            <a:off x="7525872" y="87569"/>
            <a:ext cx="1389528" cy="3810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AD2704CE-C6D1-41A0-8FEA-203853D2A9FD}"/>
              </a:ext>
            </a:extLst>
          </p:cNvPr>
          <p:cNvSpPr>
            <a:spLocks noGrp="1"/>
          </p:cNvSpPr>
          <p:nvPr>
            <p:ph type="title"/>
          </p:nvPr>
        </p:nvSpPr>
        <p:spPr>
          <a:xfrm>
            <a:off x="152401" y="0"/>
            <a:ext cx="9028112" cy="914400"/>
          </a:xfrm>
        </p:spPr>
        <p:txBody>
          <a:bodyPr/>
          <a:lstStyle/>
          <a:p>
            <a:pPr marL="514350" indent="-514350" algn="l">
              <a:lnSpc>
                <a:spcPct val="150000"/>
              </a:lnSpc>
              <a:spcBef>
                <a:spcPts val="1000"/>
              </a:spcBef>
              <a:buClr>
                <a:srgbClr val="215D9F"/>
              </a:buClr>
              <a:buFont typeface="+mj-lt"/>
              <a:buAutoNum type="arabicPeriod"/>
            </a:pPr>
            <a:r>
              <a:rPr lang="en-US" sz="3200" dirty="0" err="1">
                <a:solidFill>
                  <a:srgbClr val="0070C0"/>
                </a:solidFill>
              </a:rPr>
              <a:t>Hàm</a:t>
            </a:r>
            <a:r>
              <a:rPr lang="en-US" sz="3200" dirty="0">
                <a:solidFill>
                  <a:srgbClr val="0070C0"/>
                </a:solidFill>
              </a:rPr>
              <a:t> </a:t>
            </a:r>
            <a:r>
              <a:rPr lang="en-US" sz="3200" dirty="0" err="1">
                <a:solidFill>
                  <a:srgbClr val="0070C0"/>
                </a:solidFill>
              </a:rPr>
              <a:t>từ</a:t>
            </a:r>
            <a:r>
              <a:rPr lang="en-US" sz="3200" dirty="0">
                <a:solidFill>
                  <a:srgbClr val="0070C0"/>
                </a:solidFill>
              </a:rPr>
              <a:t> </a:t>
            </a:r>
            <a:r>
              <a:rPr lang="en-US" sz="3200" dirty="0" err="1">
                <a:solidFill>
                  <a:srgbClr val="0070C0"/>
                </a:solidFill>
              </a:rPr>
              <a:t>thư</a:t>
            </a:r>
            <a:r>
              <a:rPr lang="en-US" sz="3200" dirty="0">
                <a:solidFill>
                  <a:srgbClr val="0070C0"/>
                </a:solidFill>
              </a:rPr>
              <a:t> </a:t>
            </a:r>
            <a:r>
              <a:rPr lang="en-US" sz="3200" dirty="0" err="1">
                <a:solidFill>
                  <a:srgbClr val="0070C0"/>
                </a:solidFill>
              </a:rPr>
              <a:t>viện</a:t>
            </a:r>
            <a:r>
              <a:rPr lang="en-US" sz="3200" dirty="0">
                <a:solidFill>
                  <a:srgbClr val="0070C0"/>
                </a:solidFill>
              </a:rPr>
              <a:t> </a:t>
            </a:r>
            <a:r>
              <a:rPr lang="en-US" sz="3200" dirty="0" err="1">
                <a:solidFill>
                  <a:srgbClr val="0070C0"/>
                </a:solidFill>
              </a:rPr>
              <a:t>có</a:t>
            </a:r>
            <a:r>
              <a:rPr lang="en-US" sz="3200" dirty="0">
                <a:solidFill>
                  <a:srgbClr val="0070C0"/>
                </a:solidFill>
              </a:rPr>
              <a:t> </a:t>
            </a:r>
            <a:r>
              <a:rPr lang="en-US" sz="3200" dirty="0" err="1">
                <a:solidFill>
                  <a:srgbClr val="0070C0"/>
                </a:solidFill>
              </a:rPr>
              <a:t>sẵn</a:t>
            </a:r>
            <a:endParaRPr lang="en-US" sz="3200" dirty="0">
              <a:solidFill>
                <a:srgbClr val="0070C0"/>
              </a:solidFill>
            </a:endParaRPr>
          </a:p>
        </p:txBody>
      </p:sp>
      <p:sp>
        <p:nvSpPr>
          <p:cNvPr id="6147" name="Content Placeholder 2">
            <a:extLst>
              <a:ext uri="{FF2B5EF4-FFF2-40B4-BE49-F238E27FC236}">
                <a16:creationId xmlns:a16="http://schemas.microsoft.com/office/drawing/2014/main" id="{B389CA34-20DF-451F-B09F-9A7C082A79F9}"/>
              </a:ext>
            </a:extLst>
          </p:cNvPr>
          <p:cNvSpPr>
            <a:spLocks noGrp="1"/>
          </p:cNvSpPr>
          <p:nvPr>
            <p:ph idx="1"/>
          </p:nvPr>
        </p:nvSpPr>
        <p:spPr>
          <a:xfrm>
            <a:off x="303212" y="1051132"/>
            <a:ext cx="8534401" cy="5502068"/>
          </a:xfrm>
        </p:spPr>
        <p:txBody>
          <a:bodyPr/>
          <a:lstStyle/>
          <a:p>
            <a:pPr algn="just"/>
            <a:r>
              <a:rPr lang="en-US" sz="2800" dirty="0" err="1">
                <a:latin typeface="Cambria" panose="02040503050406030204" pitchFamily="18" charset="0"/>
              </a:rPr>
              <a:t>Một</a:t>
            </a:r>
            <a:r>
              <a:rPr lang="en-US" sz="2800" dirty="0">
                <a:latin typeface="Cambria" panose="02040503050406030204" pitchFamily="18" charset="0"/>
              </a:rPr>
              <a:t> </a:t>
            </a:r>
            <a:r>
              <a:rPr lang="en-US" sz="2800" dirty="0" err="1">
                <a:latin typeface="Cambria" panose="02040503050406030204" pitchFamily="18" charset="0"/>
              </a:rPr>
              <a:t>số</a:t>
            </a:r>
            <a:r>
              <a:rPr lang="en-US" sz="2800" dirty="0">
                <a:latin typeface="Cambria" panose="02040503050406030204" pitchFamily="18" charset="0"/>
              </a:rPr>
              <a:t> </a:t>
            </a:r>
            <a:r>
              <a:rPr lang="en-US" sz="2800" dirty="0" err="1">
                <a:latin typeface="Cambria" panose="02040503050406030204" pitchFamily="18" charset="0"/>
              </a:rPr>
              <a:t>hàm</a:t>
            </a:r>
            <a:r>
              <a:rPr lang="en-US" sz="2800" dirty="0">
                <a:latin typeface="Cambria" panose="02040503050406030204" pitchFamily="18" charset="0"/>
              </a:rPr>
              <a:t> ta </a:t>
            </a:r>
            <a:r>
              <a:rPr lang="en-US" sz="2800" dirty="0" err="1">
                <a:latin typeface="Cambria" panose="02040503050406030204" pitchFamily="18" charset="0"/>
              </a:rPr>
              <a:t>phải</a:t>
            </a:r>
            <a:r>
              <a:rPr lang="en-US" sz="2800" dirty="0">
                <a:latin typeface="Cambria" panose="02040503050406030204" pitchFamily="18" charset="0"/>
              </a:rPr>
              <a:t> </a:t>
            </a:r>
            <a:r>
              <a:rPr lang="en-US" sz="2800" dirty="0" err="1">
                <a:latin typeface="Cambria" panose="02040503050406030204" pitchFamily="18" charset="0"/>
              </a:rPr>
              <a:t>sử</a:t>
            </a:r>
            <a:r>
              <a:rPr lang="en-US" sz="2800" dirty="0">
                <a:latin typeface="Cambria" panose="02040503050406030204" pitchFamily="18" charset="0"/>
              </a:rPr>
              <a:t> </a:t>
            </a:r>
            <a:r>
              <a:rPr lang="en-US" sz="2800" dirty="0" err="1">
                <a:latin typeface="Cambria" panose="02040503050406030204" pitchFamily="18" charset="0"/>
              </a:rPr>
              <a:t>dụng</a:t>
            </a:r>
            <a:r>
              <a:rPr lang="en-US" sz="2800" dirty="0">
                <a:latin typeface="Cambria" panose="02040503050406030204" pitchFamily="18" charset="0"/>
              </a:rPr>
              <a:t> </a:t>
            </a:r>
            <a:r>
              <a:rPr lang="en-US" sz="2800" dirty="0" err="1">
                <a:latin typeface="Cambria" panose="02040503050406030204" pitchFamily="18" charset="0"/>
              </a:rPr>
              <a:t>từ</a:t>
            </a:r>
            <a:r>
              <a:rPr lang="en-US" sz="2800" dirty="0">
                <a:latin typeface="Cambria" panose="02040503050406030204" pitchFamily="18" charset="0"/>
              </a:rPr>
              <a:t> </a:t>
            </a:r>
            <a:r>
              <a:rPr lang="en-US" sz="2800" dirty="0" err="1">
                <a:latin typeface="Cambria" panose="02040503050406030204" pitchFamily="18" charset="0"/>
              </a:rPr>
              <a:t>các</a:t>
            </a:r>
            <a:r>
              <a:rPr lang="en-US" sz="2800" dirty="0">
                <a:latin typeface="Cambria" panose="02040503050406030204" pitchFamily="18" charset="0"/>
              </a:rPr>
              <a:t> </a:t>
            </a:r>
            <a:r>
              <a:rPr lang="en-US" sz="2800" dirty="0" err="1">
                <a:latin typeface="Cambria" panose="02040503050406030204" pitchFamily="18" charset="0"/>
              </a:rPr>
              <a:t>th</a:t>
            </a:r>
            <a:r>
              <a:rPr lang="vi-VN" sz="2800" dirty="0">
                <a:latin typeface="Cambria" panose="02040503050406030204" pitchFamily="18" charset="0"/>
              </a:rPr>
              <a:t>ư</a:t>
            </a:r>
            <a:r>
              <a:rPr lang="en-US" sz="2800" dirty="0">
                <a:latin typeface="Cambria" panose="02040503050406030204" pitchFamily="18" charset="0"/>
              </a:rPr>
              <a:t> </a:t>
            </a:r>
            <a:r>
              <a:rPr lang="en-US" sz="2800" dirty="0" err="1">
                <a:latin typeface="Cambria" panose="02040503050406030204" pitchFamily="18" charset="0"/>
              </a:rPr>
              <a:t>viện</a:t>
            </a:r>
            <a:r>
              <a:rPr lang="en-US" sz="2800" dirty="0">
                <a:latin typeface="Cambria" panose="02040503050406030204" pitchFamily="18" charset="0"/>
              </a:rPr>
              <a:t> </a:t>
            </a:r>
            <a:r>
              <a:rPr lang="en-US" sz="2800" dirty="0" err="1">
                <a:latin typeface="Cambria" panose="02040503050406030204" pitchFamily="18" charset="0"/>
              </a:rPr>
              <a:t>có</a:t>
            </a:r>
            <a:r>
              <a:rPr lang="en-US" sz="2800" dirty="0">
                <a:latin typeface="Cambria" panose="02040503050406030204" pitchFamily="18" charset="0"/>
              </a:rPr>
              <a:t> </a:t>
            </a:r>
            <a:r>
              <a:rPr lang="en-US" sz="2800" dirty="0" err="1">
                <a:latin typeface="Cambria" panose="02040503050406030204" pitchFamily="18" charset="0"/>
              </a:rPr>
              <a:t>sẵn</a:t>
            </a:r>
            <a:r>
              <a:rPr lang="en-US" sz="2800" dirty="0">
                <a:latin typeface="Cambria" panose="02040503050406030204" pitchFamily="18" charset="0"/>
              </a:rPr>
              <a:t>, </a:t>
            </a:r>
            <a:r>
              <a:rPr lang="en-US" sz="2800" dirty="0" err="1">
                <a:latin typeface="Cambria" panose="02040503050406030204" pitchFamily="18" charset="0"/>
              </a:rPr>
              <a:t>nh</a:t>
            </a:r>
            <a:r>
              <a:rPr lang="vi-VN" sz="2800" dirty="0">
                <a:latin typeface="Cambria" panose="02040503050406030204" pitchFamily="18" charset="0"/>
              </a:rPr>
              <a:t>ư</a:t>
            </a:r>
            <a:r>
              <a:rPr lang="en-US" sz="2800" dirty="0">
                <a:latin typeface="Cambria" panose="02040503050406030204" pitchFamily="18" charset="0"/>
              </a:rPr>
              <a:t> </a:t>
            </a:r>
            <a:r>
              <a:rPr lang="en-US" sz="2800" dirty="0" err="1">
                <a:latin typeface="Cambria" panose="02040503050406030204" pitchFamily="18" charset="0"/>
              </a:rPr>
              <a:t>các</a:t>
            </a:r>
            <a:r>
              <a:rPr lang="en-US" sz="2800" dirty="0">
                <a:latin typeface="Cambria" panose="02040503050406030204" pitchFamily="18" charset="0"/>
              </a:rPr>
              <a:t> </a:t>
            </a:r>
            <a:r>
              <a:rPr lang="en-US" sz="2800" dirty="0" err="1">
                <a:latin typeface="Cambria" panose="02040503050406030204" pitchFamily="18" charset="0"/>
              </a:rPr>
              <a:t>hàm</a:t>
            </a:r>
            <a:r>
              <a:rPr lang="en-US" sz="2800" dirty="0">
                <a:latin typeface="Cambria" panose="02040503050406030204" pitchFamily="18" charset="0"/>
              </a:rPr>
              <a:t> </a:t>
            </a:r>
            <a:r>
              <a:rPr lang="en-US" sz="2800" dirty="0" err="1">
                <a:latin typeface="Cambria" panose="02040503050406030204" pitchFamily="18" charset="0"/>
              </a:rPr>
              <a:t>tính</a:t>
            </a:r>
            <a:r>
              <a:rPr lang="en-US" sz="2800" dirty="0">
                <a:latin typeface="Cambria" panose="02040503050406030204" pitchFamily="18" charset="0"/>
              </a:rPr>
              <a:t> </a:t>
            </a:r>
            <a:r>
              <a:rPr lang="en-US" sz="2800" dirty="0" err="1">
                <a:latin typeface="Cambria" panose="02040503050406030204" pitchFamily="18" charset="0"/>
              </a:rPr>
              <a:t>căn</a:t>
            </a:r>
            <a:r>
              <a:rPr lang="en-US" sz="2800" dirty="0">
                <a:latin typeface="Cambria" panose="02040503050406030204" pitchFamily="18" charset="0"/>
              </a:rPr>
              <a:t> </a:t>
            </a:r>
            <a:r>
              <a:rPr lang="en-US" sz="2800" dirty="0" err="1">
                <a:latin typeface="Cambria" panose="02040503050406030204" pitchFamily="18" charset="0"/>
              </a:rPr>
              <a:t>bậc</a:t>
            </a:r>
            <a:r>
              <a:rPr lang="en-US" sz="2800" dirty="0">
                <a:latin typeface="Cambria" panose="02040503050406030204" pitchFamily="18" charset="0"/>
              </a:rPr>
              <a:t> 2, </a:t>
            </a:r>
            <a:r>
              <a:rPr lang="en-US" sz="2800" dirty="0" err="1">
                <a:latin typeface="Cambria" panose="02040503050406030204" pitchFamily="18" charset="0"/>
              </a:rPr>
              <a:t>lũy</a:t>
            </a:r>
            <a:r>
              <a:rPr lang="en-US" sz="2800" dirty="0">
                <a:latin typeface="Cambria" panose="02040503050406030204" pitchFamily="18" charset="0"/>
              </a:rPr>
              <a:t> </a:t>
            </a:r>
            <a:r>
              <a:rPr lang="en-US" sz="2800" dirty="0" err="1">
                <a:latin typeface="Cambria" panose="02040503050406030204" pitchFamily="18" charset="0"/>
              </a:rPr>
              <a:t>thừa</a:t>
            </a:r>
            <a:r>
              <a:rPr lang="en-US" sz="2800" dirty="0">
                <a:latin typeface="Cambria" panose="02040503050406030204" pitchFamily="18" charset="0"/>
              </a:rPr>
              <a:t>, log, …</a:t>
            </a:r>
          </a:p>
          <a:p>
            <a:pPr marL="796925" algn="just">
              <a:buFont typeface="Wingdings" panose="05000000000000000000" pitchFamily="2" charset="2"/>
              <a:buChar char="§"/>
            </a:pPr>
            <a:r>
              <a:rPr lang="en-US" sz="2800" dirty="0">
                <a:latin typeface="Cambria" panose="02040503050406030204" pitchFamily="18" charset="0"/>
              </a:rPr>
              <a:t>Sqrt-</a:t>
            </a:r>
            <a:r>
              <a:rPr lang="en-US" sz="2800" dirty="0" err="1">
                <a:latin typeface="Cambria" panose="02040503050406030204" pitchFamily="18" charset="0"/>
              </a:rPr>
              <a:t>Căn</a:t>
            </a:r>
            <a:r>
              <a:rPr lang="en-US" sz="2800" dirty="0">
                <a:latin typeface="Cambria" panose="02040503050406030204" pitchFamily="18" charset="0"/>
              </a:rPr>
              <a:t> </a:t>
            </a:r>
            <a:r>
              <a:rPr lang="en-US" sz="2800" dirty="0" err="1">
                <a:latin typeface="Cambria" panose="02040503050406030204" pitchFamily="18" charset="0"/>
              </a:rPr>
              <a:t>bậc</a:t>
            </a:r>
            <a:r>
              <a:rPr lang="en-US" sz="2800" dirty="0">
                <a:latin typeface="Cambria" panose="02040503050406030204" pitchFamily="18" charset="0"/>
              </a:rPr>
              <a:t> 2 </a:t>
            </a:r>
          </a:p>
          <a:p>
            <a:pPr marL="796925" algn="just">
              <a:buFont typeface="Wingdings" panose="05000000000000000000" pitchFamily="2" charset="2"/>
              <a:buChar char="§"/>
            </a:pPr>
            <a:r>
              <a:rPr lang="en-US" sz="2800" dirty="0">
                <a:latin typeface="Cambria" panose="02040503050406030204" pitchFamily="18" charset="0"/>
              </a:rPr>
              <a:t>Pow – </a:t>
            </a:r>
            <a:r>
              <a:rPr lang="en-US" sz="2800" dirty="0" err="1">
                <a:latin typeface="Cambria" panose="02040503050406030204" pitchFamily="18" charset="0"/>
              </a:rPr>
              <a:t>lũy</a:t>
            </a:r>
            <a:r>
              <a:rPr lang="en-US" sz="2800" dirty="0">
                <a:latin typeface="Cambria" panose="02040503050406030204" pitchFamily="18" charset="0"/>
              </a:rPr>
              <a:t> </a:t>
            </a:r>
            <a:r>
              <a:rPr lang="en-US" sz="2800" dirty="0" err="1">
                <a:latin typeface="Cambria" panose="02040503050406030204" pitchFamily="18" charset="0"/>
              </a:rPr>
              <a:t>thừa</a:t>
            </a:r>
            <a:endParaRPr lang="en-US" sz="2800" dirty="0">
              <a:latin typeface="Cambria" panose="02040503050406030204" pitchFamily="18" charset="0"/>
            </a:endParaRPr>
          </a:p>
          <a:p>
            <a:pPr marL="796925" algn="just">
              <a:buFont typeface="Wingdings" panose="05000000000000000000" pitchFamily="2" charset="2"/>
              <a:buChar char="§"/>
            </a:pPr>
            <a:r>
              <a:rPr lang="en-US" sz="2800" dirty="0">
                <a:latin typeface="Cambria" panose="02040503050406030204" pitchFamily="18" charset="0"/>
              </a:rPr>
              <a:t>Log-&gt; log(x)=</a:t>
            </a:r>
            <a:r>
              <a:rPr lang="en-US" sz="2800" dirty="0" err="1">
                <a:latin typeface="Cambria" panose="02040503050406030204" pitchFamily="18" charset="0"/>
              </a:rPr>
              <a:t>log</a:t>
            </a:r>
            <a:r>
              <a:rPr lang="en-US" sz="2800" baseline="-25000" dirty="0" err="1">
                <a:latin typeface="Cambria" panose="02040503050406030204" pitchFamily="18" charset="0"/>
              </a:rPr>
              <a:t>e</a:t>
            </a:r>
            <a:r>
              <a:rPr lang="en-US" sz="2800" dirty="0" err="1">
                <a:latin typeface="Cambria" panose="02040503050406030204" pitchFamily="18" charset="0"/>
              </a:rPr>
              <a:t>x</a:t>
            </a:r>
            <a:r>
              <a:rPr lang="en-US" sz="2800" dirty="0">
                <a:latin typeface="Cambria" panose="02040503050406030204" pitchFamily="18" charset="0"/>
              </a:rPr>
              <a:t>=</a:t>
            </a:r>
            <a:r>
              <a:rPr lang="en-US" sz="2800" dirty="0" err="1">
                <a:latin typeface="Cambria" panose="02040503050406030204" pitchFamily="18" charset="0"/>
              </a:rPr>
              <a:t>lnx</a:t>
            </a:r>
            <a:endParaRPr lang="en-US" sz="2800" dirty="0">
              <a:latin typeface="Cambria" panose="02040503050406030204" pitchFamily="18" charset="0"/>
            </a:endParaRPr>
          </a:p>
          <a:p>
            <a:pPr marL="796925" algn="just">
              <a:buFont typeface="Wingdings" panose="05000000000000000000" pitchFamily="2" charset="2"/>
              <a:buChar char="§"/>
            </a:pPr>
            <a:r>
              <a:rPr lang="en-US" sz="2800" dirty="0">
                <a:latin typeface="Cambria" panose="02040503050406030204" pitchFamily="18" charset="0"/>
              </a:rPr>
              <a:t>Log10- </a:t>
            </a:r>
            <a:r>
              <a:rPr lang="en-US" sz="2800" dirty="0" err="1">
                <a:latin typeface="Cambria" panose="02040503050406030204" pitchFamily="18" charset="0"/>
              </a:rPr>
              <a:t>Logarit</a:t>
            </a:r>
            <a:r>
              <a:rPr lang="en-US" sz="2800" dirty="0">
                <a:latin typeface="Cambria" panose="02040503050406030204" pitchFamily="18" charset="0"/>
              </a:rPr>
              <a:t> c</a:t>
            </a:r>
            <a:r>
              <a:rPr lang="vi-VN" sz="2800" dirty="0">
                <a:latin typeface="Cambria" panose="02040503050406030204" pitchFamily="18" charset="0"/>
              </a:rPr>
              <a:t>ơ</a:t>
            </a:r>
            <a:r>
              <a:rPr lang="en-US" sz="2800" dirty="0">
                <a:latin typeface="Cambria" panose="02040503050406030204" pitchFamily="18" charset="0"/>
              </a:rPr>
              <a:t> </a:t>
            </a:r>
            <a:r>
              <a:rPr lang="en-US" sz="2800" dirty="0" err="1">
                <a:latin typeface="Cambria" panose="02040503050406030204" pitchFamily="18" charset="0"/>
              </a:rPr>
              <a:t>số</a:t>
            </a:r>
            <a:r>
              <a:rPr lang="en-US" sz="2800" dirty="0">
                <a:latin typeface="Cambria" panose="02040503050406030204" pitchFamily="18" charset="0"/>
              </a:rPr>
              <a:t> 10 </a:t>
            </a:r>
            <a:r>
              <a:rPr lang="en-US" sz="2800" dirty="0" err="1">
                <a:latin typeface="Cambria" panose="02040503050406030204" pitchFamily="18" charset="0"/>
              </a:rPr>
              <a:t>của</a:t>
            </a:r>
            <a:r>
              <a:rPr lang="en-US" sz="2800" dirty="0">
                <a:latin typeface="Cambria" panose="02040503050406030204" pitchFamily="18" charset="0"/>
              </a:rPr>
              <a:t> x, log10(x)=log</a:t>
            </a:r>
            <a:r>
              <a:rPr lang="en-US" sz="2800" baseline="-25000" dirty="0">
                <a:latin typeface="Cambria" panose="02040503050406030204" pitchFamily="18" charset="0"/>
              </a:rPr>
              <a:t>10</a:t>
            </a:r>
            <a:r>
              <a:rPr lang="en-US" sz="2800" dirty="0">
                <a:latin typeface="Cambria" panose="02040503050406030204" pitchFamily="18" charset="0"/>
              </a:rPr>
              <a:t>x</a:t>
            </a:r>
          </a:p>
          <a:p>
            <a:pPr marL="796925" algn="just">
              <a:buFont typeface="Wingdings" panose="05000000000000000000" pitchFamily="2" charset="2"/>
              <a:buChar char="§"/>
            </a:pPr>
            <a:r>
              <a:rPr lang="en-US" sz="2800" dirty="0">
                <a:latin typeface="Cambria" panose="02040503050406030204" pitchFamily="18" charset="0"/>
              </a:rPr>
              <a:t>Exp-</a:t>
            </a:r>
            <a:r>
              <a:rPr lang="en-US" sz="2800" dirty="0" err="1">
                <a:latin typeface="Cambria" panose="02040503050406030204" pitchFamily="18" charset="0"/>
              </a:rPr>
              <a:t>tính</a:t>
            </a:r>
            <a:r>
              <a:rPr lang="en-US" sz="2800" dirty="0">
                <a:latin typeface="Cambria" panose="02040503050406030204" pitchFamily="18" charset="0"/>
              </a:rPr>
              <a:t> e</a:t>
            </a:r>
            <a:r>
              <a:rPr lang="en-US" sz="2800" baseline="30000" dirty="0">
                <a:latin typeface="Cambria" panose="02040503050406030204" pitchFamily="18" charset="0"/>
              </a:rPr>
              <a:t>x</a:t>
            </a:r>
          </a:p>
          <a:p>
            <a:pPr marL="796925" algn="just">
              <a:buFont typeface="Wingdings" panose="05000000000000000000" pitchFamily="2" charset="2"/>
              <a:buChar char="§"/>
            </a:pPr>
            <a:r>
              <a:rPr lang="en-US" sz="2800" dirty="0">
                <a:latin typeface="Cambria" panose="02040503050406030204" pitchFamily="18" charset="0"/>
              </a:rPr>
              <a:t>Degrees-</a:t>
            </a:r>
            <a:r>
              <a:rPr lang="en-US" sz="2800" dirty="0" err="1">
                <a:latin typeface="Cambria" panose="02040503050406030204" pitchFamily="18" charset="0"/>
              </a:rPr>
              <a:t>Đổi</a:t>
            </a:r>
            <a:r>
              <a:rPr lang="en-US" sz="2800" dirty="0">
                <a:latin typeface="Cambria" panose="02040503050406030204" pitchFamily="18" charset="0"/>
              </a:rPr>
              <a:t> radian </a:t>
            </a:r>
            <a:r>
              <a:rPr lang="en-US" sz="2800" dirty="0" err="1">
                <a:latin typeface="Cambria" panose="02040503050406030204" pitchFamily="18" charset="0"/>
              </a:rPr>
              <a:t>ra</a:t>
            </a:r>
            <a:r>
              <a:rPr lang="en-US" sz="2800" dirty="0">
                <a:latin typeface="Cambria" panose="02040503050406030204" pitchFamily="18" charset="0"/>
              </a:rPr>
              <a:t> </a:t>
            </a:r>
            <a:r>
              <a:rPr lang="en-US" sz="2800" dirty="0" err="1">
                <a:latin typeface="Cambria" panose="02040503050406030204" pitchFamily="18" charset="0"/>
              </a:rPr>
              <a:t>độ</a:t>
            </a:r>
            <a:endParaRPr lang="en-US" sz="2800" dirty="0">
              <a:latin typeface="Cambria" panose="02040503050406030204" pitchFamily="18" charset="0"/>
            </a:endParaRPr>
          </a:p>
          <a:p>
            <a:pPr marL="796925" algn="just">
              <a:buFont typeface="Wingdings" panose="05000000000000000000" pitchFamily="2" charset="2"/>
              <a:buChar char="§"/>
            </a:pPr>
            <a:r>
              <a:rPr lang="en-US" sz="2800" dirty="0">
                <a:latin typeface="Cambria" panose="02040503050406030204" pitchFamily="18" charset="0"/>
              </a:rPr>
              <a:t>Radians- </a:t>
            </a:r>
            <a:r>
              <a:rPr lang="en-US" sz="2800" dirty="0" err="1">
                <a:latin typeface="Cambria" panose="02040503050406030204" pitchFamily="18" charset="0"/>
              </a:rPr>
              <a:t>Tính</a:t>
            </a:r>
            <a:r>
              <a:rPr lang="en-US" sz="2800" dirty="0">
                <a:latin typeface="Cambria" panose="02040503050406030204" pitchFamily="18" charset="0"/>
              </a:rPr>
              <a:t> radian 180/PI*x</a:t>
            </a:r>
          </a:p>
          <a:p>
            <a:pPr marL="796925" algn="just">
              <a:buFont typeface="Wingdings" panose="05000000000000000000" pitchFamily="2" charset="2"/>
              <a:buChar char="§"/>
            </a:pPr>
            <a:r>
              <a:rPr lang="en-US" sz="2800" dirty="0">
                <a:latin typeface="Cambria" panose="02040503050406030204" pitchFamily="18" charset="0"/>
              </a:rPr>
              <a:t>Fabs- </a:t>
            </a:r>
            <a:r>
              <a:rPr lang="en-US" sz="2800" dirty="0" err="1">
                <a:latin typeface="Cambria" panose="02040503050406030204" pitchFamily="18" charset="0"/>
              </a:rPr>
              <a:t>tính</a:t>
            </a:r>
            <a:r>
              <a:rPr lang="en-US" sz="2800" dirty="0">
                <a:latin typeface="Cambria" panose="02040503050406030204" pitchFamily="18" charset="0"/>
              </a:rPr>
              <a:t> </a:t>
            </a:r>
            <a:r>
              <a:rPr lang="en-US" sz="2800" dirty="0" err="1">
                <a:latin typeface="Cambria" panose="02040503050406030204" pitchFamily="18" charset="0"/>
              </a:rPr>
              <a:t>giá</a:t>
            </a:r>
            <a:r>
              <a:rPr lang="en-US" sz="2800" dirty="0">
                <a:latin typeface="Cambria" panose="02040503050406030204" pitchFamily="18" charset="0"/>
              </a:rPr>
              <a:t> </a:t>
            </a:r>
            <a:r>
              <a:rPr lang="en-US" sz="2800" dirty="0" err="1">
                <a:latin typeface="Cambria" panose="02040503050406030204" pitchFamily="18" charset="0"/>
              </a:rPr>
              <a:t>trị</a:t>
            </a:r>
            <a:r>
              <a:rPr lang="en-US" sz="2800" dirty="0">
                <a:latin typeface="Cambria" panose="02040503050406030204" pitchFamily="18" charset="0"/>
              </a:rPr>
              <a:t> </a:t>
            </a:r>
            <a:r>
              <a:rPr lang="en-US" sz="2800" dirty="0" err="1">
                <a:latin typeface="Cambria" panose="02040503050406030204" pitchFamily="18" charset="0"/>
              </a:rPr>
              <a:t>tuyệt</a:t>
            </a:r>
            <a:r>
              <a:rPr lang="en-US" sz="2800" dirty="0">
                <a:latin typeface="Cambria" panose="02040503050406030204" pitchFamily="18" charset="0"/>
              </a:rPr>
              <a:t> </a:t>
            </a:r>
            <a:r>
              <a:rPr lang="en-US" sz="2800" dirty="0" err="1">
                <a:latin typeface="Cambria" panose="02040503050406030204" pitchFamily="18" charset="0"/>
              </a:rPr>
              <a:t>đối</a:t>
            </a:r>
            <a:endParaRPr lang="en-US" sz="2800" dirty="0">
              <a:latin typeface="Cambria" panose="02040503050406030204" pitchFamily="18" charset="0"/>
            </a:endParaRPr>
          </a:p>
        </p:txBody>
      </p:sp>
      <p:sp>
        <p:nvSpPr>
          <p:cNvPr id="6148" name="Slide Number Placeholder 3">
            <a:extLst>
              <a:ext uri="{FF2B5EF4-FFF2-40B4-BE49-F238E27FC236}">
                <a16:creationId xmlns:a16="http://schemas.microsoft.com/office/drawing/2014/main" id="{6387F6B7-3E78-4DC2-ACF4-7A9010C88B16}"/>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E46C0A"/>
              </a:buClr>
              <a:buFont typeface="Wingdings" panose="05000000000000000000" pitchFamily="2" charset="2"/>
              <a:buChar char="v"/>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742950" indent="-285750">
              <a:spcBef>
                <a:spcPct val="20000"/>
              </a:spcBef>
              <a:buClr>
                <a:srgbClr val="E46C0A"/>
              </a:buClr>
              <a:buFont typeface="Wingdings" panose="05000000000000000000" pitchFamily="2" charset="2"/>
              <a:buChar char="q"/>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marL="1143000" indent="-228600">
              <a:spcBef>
                <a:spcPct val="20000"/>
              </a:spcBef>
              <a:buClr>
                <a:srgbClr val="E46C0A"/>
              </a:buClr>
              <a:buFont typeface="Wingdings" panose="05000000000000000000" pitchFamily="2" charset="2"/>
              <a:buChar char="Ø"/>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3pPr>
            <a:lvl4pPr marL="1600200" indent="-228600">
              <a:spcBef>
                <a:spcPct val="20000"/>
              </a:spcBef>
              <a:buClr>
                <a:srgbClr val="E46C0A"/>
              </a:buClr>
              <a:buFont typeface="Courier New" panose="02070309020205020404" pitchFamily="49" charset="0"/>
              <a:buChar char="o"/>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4pPr>
            <a:lvl5pPr marL="2057400" indent="-228600">
              <a:spcBef>
                <a:spcPct val="20000"/>
              </a:spcBef>
              <a:buFont typeface="Arial" panose="020B0604020202020204" pitchFamily="34" charset="0"/>
              <a:buChar char="»"/>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9pPr>
          </a:lstStyle>
          <a:p>
            <a:pPr>
              <a:spcBef>
                <a:spcPct val="0"/>
              </a:spcBef>
              <a:buClrTx/>
              <a:buFontTx/>
              <a:buNone/>
            </a:pPr>
            <a:fld id="{E4B56E55-BAAA-4880-94A1-7A8094250C64}" type="slidenum">
              <a:rPr lang="en-US" altLang="en-US" sz="1400" smtClean="0">
                <a:solidFill>
                  <a:srgbClr val="002060"/>
                </a:solidFill>
                <a:latin typeface="Arial" panose="020B0604020202020204" pitchFamily="34" charset="0"/>
                <a:cs typeface="Arial" panose="020B0604020202020204" pitchFamily="34" charset="0"/>
              </a:rPr>
              <a:pPr>
                <a:spcBef>
                  <a:spcPct val="0"/>
                </a:spcBef>
                <a:buClrTx/>
                <a:buFontTx/>
                <a:buNone/>
              </a:pPr>
              <a:t>3</a:t>
            </a:fld>
            <a:endParaRPr lang="en-US" altLang="en-US" sz="1400">
              <a:solidFill>
                <a:srgbClr val="002060"/>
              </a:solidFill>
              <a:latin typeface="Arial" panose="020B0604020202020204" pitchFamily="34" charset="0"/>
              <a:cs typeface="Arial" panose="020B060402020202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AD2704CE-C6D1-41A0-8FEA-203853D2A9FD}"/>
              </a:ext>
            </a:extLst>
          </p:cNvPr>
          <p:cNvSpPr>
            <a:spLocks noGrp="1"/>
          </p:cNvSpPr>
          <p:nvPr>
            <p:ph type="title"/>
          </p:nvPr>
        </p:nvSpPr>
        <p:spPr>
          <a:xfrm>
            <a:off x="152401" y="0"/>
            <a:ext cx="9028112" cy="914400"/>
          </a:xfrm>
        </p:spPr>
        <p:txBody>
          <a:bodyPr/>
          <a:lstStyle/>
          <a:p>
            <a:pPr marL="514350" indent="-514350" algn="l">
              <a:lnSpc>
                <a:spcPct val="150000"/>
              </a:lnSpc>
              <a:spcBef>
                <a:spcPts val="1000"/>
              </a:spcBef>
              <a:buClr>
                <a:srgbClr val="215D9F"/>
              </a:buClr>
              <a:buFont typeface="+mj-lt"/>
              <a:buAutoNum type="arabicPeriod"/>
            </a:pPr>
            <a:r>
              <a:rPr lang="en-US" sz="3200">
                <a:solidFill>
                  <a:srgbClr val="0070C0"/>
                </a:solidFill>
              </a:rPr>
              <a:t>Hàm từ thư viện có sẵn</a:t>
            </a:r>
          </a:p>
        </p:txBody>
      </p:sp>
      <p:sp>
        <p:nvSpPr>
          <p:cNvPr id="6147" name="Content Placeholder 2">
            <a:extLst>
              <a:ext uri="{FF2B5EF4-FFF2-40B4-BE49-F238E27FC236}">
                <a16:creationId xmlns:a16="http://schemas.microsoft.com/office/drawing/2014/main" id="{B389CA34-20DF-451F-B09F-9A7C082A79F9}"/>
              </a:ext>
            </a:extLst>
          </p:cNvPr>
          <p:cNvSpPr>
            <a:spLocks noGrp="1"/>
          </p:cNvSpPr>
          <p:nvPr>
            <p:ph idx="1"/>
          </p:nvPr>
        </p:nvSpPr>
        <p:spPr>
          <a:xfrm>
            <a:off x="303212" y="1051132"/>
            <a:ext cx="8534401" cy="5502068"/>
          </a:xfrm>
        </p:spPr>
        <p:txBody>
          <a:bodyPr/>
          <a:lstStyle/>
          <a:p>
            <a:pPr algn="just"/>
            <a:r>
              <a:rPr lang="en-US" sz="2800">
                <a:latin typeface="Cambria" panose="02040503050406030204" pitchFamily="18" charset="0"/>
              </a:rPr>
              <a:t>Ví dụ:</a:t>
            </a:r>
          </a:p>
        </p:txBody>
      </p:sp>
      <p:sp>
        <p:nvSpPr>
          <p:cNvPr id="6148" name="Slide Number Placeholder 3">
            <a:extLst>
              <a:ext uri="{FF2B5EF4-FFF2-40B4-BE49-F238E27FC236}">
                <a16:creationId xmlns:a16="http://schemas.microsoft.com/office/drawing/2014/main" id="{6387F6B7-3E78-4DC2-ACF4-7A9010C88B16}"/>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E46C0A"/>
              </a:buClr>
              <a:buFont typeface="Wingdings" panose="05000000000000000000" pitchFamily="2" charset="2"/>
              <a:buChar char="v"/>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742950" indent="-285750">
              <a:spcBef>
                <a:spcPct val="20000"/>
              </a:spcBef>
              <a:buClr>
                <a:srgbClr val="E46C0A"/>
              </a:buClr>
              <a:buFont typeface="Wingdings" panose="05000000000000000000" pitchFamily="2" charset="2"/>
              <a:buChar char="q"/>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marL="1143000" indent="-228600">
              <a:spcBef>
                <a:spcPct val="20000"/>
              </a:spcBef>
              <a:buClr>
                <a:srgbClr val="E46C0A"/>
              </a:buClr>
              <a:buFont typeface="Wingdings" panose="05000000000000000000" pitchFamily="2" charset="2"/>
              <a:buChar char="Ø"/>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3pPr>
            <a:lvl4pPr marL="1600200" indent="-228600">
              <a:spcBef>
                <a:spcPct val="20000"/>
              </a:spcBef>
              <a:buClr>
                <a:srgbClr val="E46C0A"/>
              </a:buClr>
              <a:buFont typeface="Courier New" panose="02070309020205020404" pitchFamily="49" charset="0"/>
              <a:buChar char="o"/>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4pPr>
            <a:lvl5pPr marL="2057400" indent="-228600">
              <a:spcBef>
                <a:spcPct val="20000"/>
              </a:spcBef>
              <a:buFont typeface="Arial" panose="020B0604020202020204" pitchFamily="34" charset="0"/>
              <a:buChar char="»"/>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9pPr>
          </a:lstStyle>
          <a:p>
            <a:pPr>
              <a:spcBef>
                <a:spcPct val="0"/>
              </a:spcBef>
              <a:buClrTx/>
              <a:buFontTx/>
              <a:buNone/>
            </a:pPr>
            <a:fld id="{E4B56E55-BAAA-4880-94A1-7A8094250C64}" type="slidenum">
              <a:rPr lang="en-US" altLang="en-US" sz="1400" smtClean="0">
                <a:solidFill>
                  <a:srgbClr val="002060"/>
                </a:solidFill>
                <a:latin typeface="Arial" panose="020B0604020202020204" pitchFamily="34" charset="0"/>
                <a:cs typeface="Arial" panose="020B0604020202020204" pitchFamily="34" charset="0"/>
              </a:rPr>
              <a:pPr>
                <a:spcBef>
                  <a:spcPct val="0"/>
                </a:spcBef>
                <a:buClrTx/>
                <a:buFontTx/>
                <a:buNone/>
              </a:pPr>
              <a:t>4</a:t>
            </a:fld>
            <a:endParaRPr lang="en-US" altLang="en-US" sz="1400">
              <a:solidFill>
                <a:srgbClr val="002060"/>
              </a:solidFill>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290DF8C1-486D-42C1-92C5-443390799FD2}"/>
              </a:ext>
            </a:extLst>
          </p:cNvPr>
          <p:cNvPicPr>
            <a:picLocks noChangeAspect="1"/>
          </p:cNvPicPr>
          <p:nvPr/>
        </p:nvPicPr>
        <p:blipFill>
          <a:blip r:embed="rId2"/>
          <a:stretch>
            <a:fillRect/>
          </a:stretch>
        </p:blipFill>
        <p:spPr>
          <a:xfrm>
            <a:off x="152401" y="2562122"/>
            <a:ext cx="4857750" cy="2505075"/>
          </a:xfrm>
          <a:prstGeom prst="rect">
            <a:avLst/>
          </a:prstGeom>
        </p:spPr>
      </p:pic>
      <p:pic>
        <p:nvPicPr>
          <p:cNvPr id="6" name="Picture 5">
            <a:extLst>
              <a:ext uri="{FF2B5EF4-FFF2-40B4-BE49-F238E27FC236}">
                <a16:creationId xmlns:a16="http://schemas.microsoft.com/office/drawing/2014/main" id="{6FD621F7-22E0-481F-AD59-5812C70923AA}"/>
              </a:ext>
            </a:extLst>
          </p:cNvPr>
          <p:cNvPicPr>
            <a:picLocks noChangeAspect="1"/>
          </p:cNvPicPr>
          <p:nvPr/>
        </p:nvPicPr>
        <p:blipFill>
          <a:blip r:embed="rId3"/>
          <a:stretch>
            <a:fillRect/>
          </a:stretch>
        </p:blipFill>
        <p:spPr>
          <a:xfrm>
            <a:off x="5248275" y="2562123"/>
            <a:ext cx="3819525" cy="2505074"/>
          </a:xfrm>
          <a:prstGeom prst="rect">
            <a:avLst/>
          </a:prstGeom>
          <a:ln>
            <a:solidFill>
              <a:schemeClr val="accent1"/>
            </a:solidFill>
          </a:ln>
        </p:spPr>
      </p:pic>
      <p:sp>
        <p:nvSpPr>
          <p:cNvPr id="7" name="Arrow: Right 6">
            <a:extLst>
              <a:ext uri="{FF2B5EF4-FFF2-40B4-BE49-F238E27FC236}">
                <a16:creationId xmlns:a16="http://schemas.microsoft.com/office/drawing/2014/main" id="{84B925DA-EDB4-457D-9B25-68D7492DF884}"/>
              </a:ext>
            </a:extLst>
          </p:cNvPr>
          <p:cNvSpPr/>
          <p:nvPr/>
        </p:nvSpPr>
        <p:spPr>
          <a:xfrm>
            <a:off x="4646792" y="3514517"/>
            <a:ext cx="459684" cy="300142"/>
          </a:xfrm>
          <a:prstGeom prst="right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07148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par>
                          <p:cTn id="7" fill="hold">
                            <p:stCondLst>
                              <p:cond delay="0"/>
                            </p:stCondLst>
                            <p:childTnLst>
                              <p:par>
                                <p:cTn id="8" presetID="10" presetClass="entr" presetSubtype="0" fill="hold" nodeType="after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AD2704CE-C6D1-41A0-8FEA-203853D2A9FD}"/>
              </a:ext>
            </a:extLst>
          </p:cNvPr>
          <p:cNvSpPr>
            <a:spLocks noGrp="1"/>
          </p:cNvSpPr>
          <p:nvPr>
            <p:ph type="title"/>
          </p:nvPr>
        </p:nvSpPr>
        <p:spPr>
          <a:xfrm>
            <a:off x="152401" y="0"/>
            <a:ext cx="9028112" cy="914400"/>
          </a:xfrm>
        </p:spPr>
        <p:txBody>
          <a:bodyPr/>
          <a:lstStyle/>
          <a:p>
            <a:pPr marL="514350" indent="-514350" algn="l">
              <a:lnSpc>
                <a:spcPct val="150000"/>
              </a:lnSpc>
              <a:spcBef>
                <a:spcPts val="1000"/>
              </a:spcBef>
              <a:buClr>
                <a:srgbClr val="215D9F"/>
              </a:buClr>
              <a:buFont typeface="+mj-lt"/>
              <a:buAutoNum type="arabicPeriod"/>
            </a:pPr>
            <a:r>
              <a:rPr lang="en-US" sz="3200">
                <a:solidFill>
                  <a:srgbClr val="0070C0"/>
                </a:solidFill>
              </a:rPr>
              <a:t>Hàm từ thư viện có sẵn</a:t>
            </a:r>
          </a:p>
        </p:txBody>
      </p:sp>
      <p:sp>
        <p:nvSpPr>
          <p:cNvPr id="6147" name="Content Placeholder 2">
            <a:extLst>
              <a:ext uri="{FF2B5EF4-FFF2-40B4-BE49-F238E27FC236}">
                <a16:creationId xmlns:a16="http://schemas.microsoft.com/office/drawing/2014/main" id="{B389CA34-20DF-451F-B09F-9A7C082A79F9}"/>
              </a:ext>
            </a:extLst>
          </p:cNvPr>
          <p:cNvSpPr>
            <a:spLocks noGrp="1"/>
          </p:cNvSpPr>
          <p:nvPr>
            <p:ph idx="1"/>
          </p:nvPr>
        </p:nvSpPr>
        <p:spPr>
          <a:xfrm>
            <a:off x="303212" y="1051132"/>
            <a:ext cx="8534401" cy="5502068"/>
          </a:xfrm>
        </p:spPr>
        <p:txBody>
          <a:bodyPr/>
          <a:lstStyle/>
          <a:p>
            <a:pPr algn="just"/>
            <a:r>
              <a:rPr lang="en-US" sz="2800" b="1" dirty="0" err="1">
                <a:latin typeface="Cambria" panose="02040503050406030204" pitchFamily="18" charset="0"/>
              </a:rPr>
              <a:t>Hàm</a:t>
            </a:r>
            <a:r>
              <a:rPr lang="en-US" sz="2800" b="1" dirty="0">
                <a:latin typeface="Cambria" panose="02040503050406030204" pitchFamily="18" charset="0"/>
              </a:rPr>
              <a:t> round</a:t>
            </a:r>
            <a:r>
              <a:rPr lang="en-US" sz="2800" dirty="0">
                <a:latin typeface="Cambria" panose="02040503050406030204" pitchFamily="18" charset="0"/>
              </a:rPr>
              <a:t>: </a:t>
            </a:r>
            <a:r>
              <a:rPr lang="en-US" sz="2800" dirty="0" err="1">
                <a:latin typeface="Cambria" panose="02040503050406030204" pitchFamily="18" charset="0"/>
              </a:rPr>
              <a:t>Trong</a:t>
            </a:r>
            <a:r>
              <a:rPr lang="en-US" sz="2800" dirty="0">
                <a:latin typeface="Cambria" panose="02040503050406030204" pitchFamily="18" charset="0"/>
              </a:rPr>
              <a:t> </a:t>
            </a:r>
            <a:r>
              <a:rPr lang="en-US" sz="2800" dirty="0" err="1">
                <a:latin typeface="Cambria" panose="02040503050406030204" pitchFamily="18" charset="0"/>
              </a:rPr>
              <a:t>quá</a:t>
            </a:r>
            <a:r>
              <a:rPr lang="en-US" sz="2800" dirty="0">
                <a:latin typeface="Cambria" panose="02040503050406030204" pitchFamily="18" charset="0"/>
              </a:rPr>
              <a:t> </a:t>
            </a:r>
            <a:r>
              <a:rPr lang="en-US" sz="2800" dirty="0" err="1">
                <a:latin typeface="Cambria" panose="02040503050406030204" pitchFamily="18" charset="0"/>
              </a:rPr>
              <a:t>trình</a:t>
            </a:r>
            <a:r>
              <a:rPr lang="en-US" sz="2800" dirty="0">
                <a:latin typeface="Cambria" panose="02040503050406030204" pitchFamily="18" charset="0"/>
              </a:rPr>
              <a:t> </a:t>
            </a:r>
            <a:r>
              <a:rPr lang="en-US" sz="2800" dirty="0" err="1">
                <a:latin typeface="Cambria" panose="02040503050406030204" pitchFamily="18" charset="0"/>
              </a:rPr>
              <a:t>tính</a:t>
            </a:r>
            <a:r>
              <a:rPr lang="en-US" sz="2800" dirty="0">
                <a:latin typeface="Cambria" panose="02040503050406030204" pitchFamily="18" charset="0"/>
              </a:rPr>
              <a:t> </a:t>
            </a:r>
            <a:r>
              <a:rPr lang="en-US" sz="2800" dirty="0" err="1">
                <a:latin typeface="Cambria" panose="02040503050406030204" pitchFamily="18" charset="0"/>
              </a:rPr>
              <a:t>toán</a:t>
            </a:r>
            <a:r>
              <a:rPr lang="en-US" sz="2800" dirty="0">
                <a:latin typeface="Cambria" panose="02040503050406030204" pitchFamily="18" charset="0"/>
              </a:rPr>
              <a:t> ta  </a:t>
            </a:r>
            <a:r>
              <a:rPr lang="en-US" sz="2800" dirty="0" err="1">
                <a:latin typeface="Cambria" panose="02040503050406030204" pitchFamily="18" charset="0"/>
              </a:rPr>
              <a:t>sẽ</a:t>
            </a:r>
            <a:r>
              <a:rPr lang="en-US" sz="2800" dirty="0">
                <a:latin typeface="Cambria" panose="02040503050406030204" pitchFamily="18" charset="0"/>
              </a:rPr>
              <a:t> </a:t>
            </a:r>
            <a:r>
              <a:rPr lang="en-US" sz="2800" dirty="0" err="1">
                <a:latin typeface="Cambria" panose="02040503050406030204" pitchFamily="18" charset="0"/>
              </a:rPr>
              <a:t>nhận</a:t>
            </a:r>
            <a:r>
              <a:rPr lang="en-US" sz="2800" dirty="0">
                <a:latin typeface="Cambria" panose="02040503050406030204" pitchFamily="18" charset="0"/>
              </a:rPr>
              <a:t> </a:t>
            </a:r>
            <a:r>
              <a:rPr lang="en-US" sz="2800" dirty="0" err="1">
                <a:latin typeface="Cambria" panose="02040503050406030204" pitchFamily="18" charset="0"/>
              </a:rPr>
              <a:t>được</a:t>
            </a:r>
            <a:r>
              <a:rPr lang="en-US" sz="2800" dirty="0">
                <a:latin typeface="Cambria" panose="02040503050406030204" pitchFamily="18" charset="0"/>
              </a:rPr>
              <a:t> </a:t>
            </a:r>
            <a:r>
              <a:rPr lang="en-US" sz="2800" dirty="0" err="1">
                <a:latin typeface="Cambria" panose="02040503050406030204" pitchFamily="18" charset="0"/>
              </a:rPr>
              <a:t>các</a:t>
            </a:r>
            <a:r>
              <a:rPr lang="en-US" sz="2800" dirty="0">
                <a:latin typeface="Cambria" panose="02040503050406030204" pitchFamily="18" charset="0"/>
              </a:rPr>
              <a:t> </a:t>
            </a:r>
            <a:r>
              <a:rPr lang="en-US" sz="2800" dirty="0" err="1">
                <a:latin typeface="Cambria" panose="02040503050406030204" pitchFamily="18" charset="0"/>
              </a:rPr>
              <a:t>số</a:t>
            </a:r>
            <a:r>
              <a:rPr lang="en-US" sz="2800" dirty="0">
                <a:latin typeface="Cambria" panose="02040503050406030204" pitchFamily="18" charset="0"/>
              </a:rPr>
              <a:t> </a:t>
            </a:r>
            <a:r>
              <a:rPr lang="en-US" sz="2800" dirty="0" err="1">
                <a:latin typeface="Cambria" panose="02040503050406030204" pitchFamily="18" charset="0"/>
              </a:rPr>
              <a:t>lẻ</a:t>
            </a:r>
            <a:r>
              <a:rPr lang="en-US" sz="2800" dirty="0">
                <a:latin typeface="Cambria" panose="02040503050406030204" pitchFamily="18" charset="0"/>
              </a:rPr>
              <a:t>, </a:t>
            </a:r>
            <a:r>
              <a:rPr lang="en-US" sz="2800" dirty="0" err="1">
                <a:latin typeface="Cambria" panose="02040503050406030204" pitchFamily="18" charset="0"/>
              </a:rPr>
              <a:t>các</a:t>
            </a:r>
            <a:r>
              <a:rPr lang="en-US" sz="2800" dirty="0">
                <a:latin typeface="Cambria" panose="02040503050406030204" pitchFamily="18" charset="0"/>
              </a:rPr>
              <a:t> </a:t>
            </a:r>
            <a:r>
              <a:rPr lang="en-US" sz="2800" dirty="0" err="1">
                <a:latin typeface="Cambria" panose="02040503050406030204" pitchFamily="18" charset="0"/>
              </a:rPr>
              <a:t>số</a:t>
            </a:r>
            <a:r>
              <a:rPr lang="en-US" sz="2800" dirty="0">
                <a:latin typeface="Cambria" panose="02040503050406030204" pitchFamily="18" charset="0"/>
              </a:rPr>
              <a:t> </a:t>
            </a:r>
            <a:r>
              <a:rPr lang="en-US" sz="2800" dirty="0" err="1">
                <a:latin typeface="Cambria" panose="02040503050406030204" pitchFamily="18" charset="0"/>
              </a:rPr>
              <a:t>này</a:t>
            </a:r>
            <a:r>
              <a:rPr lang="en-US" sz="2800" dirty="0">
                <a:latin typeface="Cambria" panose="02040503050406030204" pitchFamily="18" charset="0"/>
              </a:rPr>
              <a:t> </a:t>
            </a:r>
            <a:r>
              <a:rPr lang="en-US" sz="2800" dirty="0" err="1">
                <a:latin typeface="Cambria" panose="02040503050406030204" pitchFamily="18" charset="0"/>
              </a:rPr>
              <a:t>cần</a:t>
            </a:r>
            <a:r>
              <a:rPr lang="en-US" sz="2800" dirty="0">
                <a:latin typeface="Cambria" panose="02040503050406030204" pitchFamily="18" charset="0"/>
              </a:rPr>
              <a:t> </a:t>
            </a:r>
            <a:r>
              <a:rPr lang="en-US" sz="2800" dirty="0" err="1">
                <a:latin typeface="Cambria" panose="02040503050406030204" pitchFamily="18" charset="0"/>
              </a:rPr>
              <a:t>đ</a:t>
            </a:r>
            <a:r>
              <a:rPr lang="vi-VN" sz="2800" dirty="0">
                <a:latin typeface="Cambria" panose="02040503050406030204" pitchFamily="18" charset="0"/>
              </a:rPr>
              <a:t>ư</a:t>
            </a:r>
            <a:r>
              <a:rPr lang="en-US" sz="2800" dirty="0" err="1">
                <a:latin typeface="Cambria" panose="02040503050406030204" pitchFamily="18" charset="0"/>
              </a:rPr>
              <a:t>ợc</a:t>
            </a:r>
            <a:r>
              <a:rPr lang="en-US" sz="2800" dirty="0">
                <a:latin typeface="Cambria" panose="02040503050406030204" pitchFamily="18" charset="0"/>
              </a:rPr>
              <a:t> </a:t>
            </a:r>
            <a:r>
              <a:rPr lang="en-US" sz="2800" dirty="0" err="1">
                <a:latin typeface="Cambria" panose="02040503050406030204" pitchFamily="18" charset="0"/>
              </a:rPr>
              <a:t>làm</a:t>
            </a:r>
            <a:r>
              <a:rPr lang="en-US" sz="2800" dirty="0">
                <a:latin typeface="Cambria" panose="02040503050406030204" pitchFamily="18" charset="0"/>
              </a:rPr>
              <a:t> </a:t>
            </a:r>
            <a:r>
              <a:rPr lang="en-US" sz="2800" dirty="0" err="1">
                <a:latin typeface="Cambria" panose="02040503050406030204" pitchFamily="18" charset="0"/>
              </a:rPr>
              <a:t>tròn</a:t>
            </a:r>
            <a:r>
              <a:rPr lang="en-US" sz="2800" dirty="0">
                <a:latin typeface="Cambria" panose="02040503050406030204" pitchFamily="18" charset="0"/>
              </a:rPr>
              <a:t> </a:t>
            </a:r>
            <a:r>
              <a:rPr lang="en-US" sz="2800" dirty="0" err="1">
                <a:latin typeface="Cambria" panose="02040503050406030204" pitchFamily="18" charset="0"/>
              </a:rPr>
              <a:t>để</a:t>
            </a:r>
            <a:r>
              <a:rPr lang="en-US" sz="2800" dirty="0">
                <a:latin typeface="Cambria" panose="02040503050406030204" pitchFamily="18" charset="0"/>
              </a:rPr>
              <a:t> </a:t>
            </a:r>
            <a:r>
              <a:rPr lang="en-US" sz="2800" dirty="0" err="1">
                <a:latin typeface="Cambria" panose="02040503050406030204" pitchFamily="18" charset="0"/>
              </a:rPr>
              <a:t>cùng</a:t>
            </a:r>
            <a:r>
              <a:rPr lang="en-US" sz="2800" dirty="0">
                <a:latin typeface="Cambria" panose="02040503050406030204" pitchFamily="18" charset="0"/>
              </a:rPr>
              <a:t> </a:t>
            </a:r>
            <a:r>
              <a:rPr lang="en-US" sz="2800" dirty="0" err="1">
                <a:latin typeface="Cambria" panose="02040503050406030204" pitchFamily="18" charset="0"/>
              </a:rPr>
              <a:t>thỏa</a:t>
            </a:r>
            <a:r>
              <a:rPr lang="en-US" sz="2800" dirty="0">
                <a:latin typeface="Cambria" panose="02040503050406030204" pitchFamily="18" charset="0"/>
              </a:rPr>
              <a:t> </a:t>
            </a:r>
            <a:r>
              <a:rPr lang="en-US" sz="2800" dirty="0" err="1">
                <a:latin typeface="Cambria" panose="02040503050406030204" pitchFamily="18" charset="0"/>
              </a:rPr>
              <a:t>mãn</a:t>
            </a:r>
            <a:r>
              <a:rPr lang="en-US" sz="2800" dirty="0">
                <a:latin typeface="Cambria" panose="02040503050406030204" pitchFamily="18" charset="0"/>
              </a:rPr>
              <a:t> </a:t>
            </a:r>
            <a:r>
              <a:rPr lang="en-US" sz="2800" dirty="0" err="1">
                <a:latin typeface="Cambria" panose="02040503050406030204" pitchFamily="18" charset="0"/>
              </a:rPr>
              <a:t>yêu</a:t>
            </a:r>
            <a:r>
              <a:rPr lang="en-US" sz="2800" dirty="0">
                <a:latin typeface="Cambria" panose="02040503050406030204" pitchFamily="18" charset="0"/>
              </a:rPr>
              <a:t> </a:t>
            </a:r>
            <a:r>
              <a:rPr lang="en-US" sz="2800" dirty="0" err="1">
                <a:latin typeface="Cambria" panose="02040503050406030204" pitchFamily="18" charset="0"/>
              </a:rPr>
              <a:t>cầu</a:t>
            </a:r>
            <a:r>
              <a:rPr lang="en-US" sz="2800" dirty="0">
                <a:latin typeface="Cambria" panose="02040503050406030204" pitchFamily="18" charset="0"/>
              </a:rPr>
              <a:t> </a:t>
            </a:r>
            <a:r>
              <a:rPr lang="en-US" sz="2800" dirty="0" err="1">
                <a:latin typeface="Cambria" panose="02040503050406030204" pitchFamily="18" charset="0"/>
              </a:rPr>
              <a:t>nào</a:t>
            </a:r>
            <a:r>
              <a:rPr lang="en-US" sz="2800" dirty="0">
                <a:latin typeface="Cambria" panose="02040503050406030204" pitchFamily="18" charset="0"/>
              </a:rPr>
              <a:t> </a:t>
            </a:r>
            <a:r>
              <a:rPr lang="en-US" sz="2800" dirty="0" err="1">
                <a:latin typeface="Cambria" panose="02040503050406030204" pitchFamily="18" charset="0"/>
              </a:rPr>
              <a:t>đó</a:t>
            </a:r>
            <a:r>
              <a:rPr lang="en-US" sz="2800" dirty="0">
                <a:latin typeface="Cambria" panose="02040503050406030204" pitchFamily="18" charset="0"/>
              </a:rPr>
              <a:t>. </a:t>
            </a:r>
          </a:p>
        </p:txBody>
      </p:sp>
      <p:sp>
        <p:nvSpPr>
          <p:cNvPr id="6148" name="Slide Number Placeholder 3">
            <a:extLst>
              <a:ext uri="{FF2B5EF4-FFF2-40B4-BE49-F238E27FC236}">
                <a16:creationId xmlns:a16="http://schemas.microsoft.com/office/drawing/2014/main" id="{6387F6B7-3E78-4DC2-ACF4-7A9010C88B16}"/>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E46C0A"/>
              </a:buClr>
              <a:buFont typeface="Wingdings" panose="05000000000000000000" pitchFamily="2" charset="2"/>
              <a:buChar char="v"/>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742950" indent="-285750">
              <a:spcBef>
                <a:spcPct val="20000"/>
              </a:spcBef>
              <a:buClr>
                <a:srgbClr val="E46C0A"/>
              </a:buClr>
              <a:buFont typeface="Wingdings" panose="05000000000000000000" pitchFamily="2" charset="2"/>
              <a:buChar char="q"/>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marL="1143000" indent="-228600">
              <a:spcBef>
                <a:spcPct val="20000"/>
              </a:spcBef>
              <a:buClr>
                <a:srgbClr val="E46C0A"/>
              </a:buClr>
              <a:buFont typeface="Wingdings" panose="05000000000000000000" pitchFamily="2" charset="2"/>
              <a:buChar char="Ø"/>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3pPr>
            <a:lvl4pPr marL="1600200" indent="-228600">
              <a:spcBef>
                <a:spcPct val="20000"/>
              </a:spcBef>
              <a:buClr>
                <a:srgbClr val="E46C0A"/>
              </a:buClr>
              <a:buFont typeface="Courier New" panose="02070309020205020404" pitchFamily="49" charset="0"/>
              <a:buChar char="o"/>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4pPr>
            <a:lvl5pPr marL="2057400" indent="-228600">
              <a:spcBef>
                <a:spcPct val="20000"/>
              </a:spcBef>
              <a:buFont typeface="Arial" panose="020B0604020202020204" pitchFamily="34" charset="0"/>
              <a:buChar char="»"/>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9pPr>
          </a:lstStyle>
          <a:p>
            <a:pPr>
              <a:spcBef>
                <a:spcPct val="0"/>
              </a:spcBef>
              <a:buClrTx/>
              <a:buFontTx/>
              <a:buNone/>
            </a:pPr>
            <a:fld id="{E4B56E55-BAAA-4880-94A1-7A8094250C64}" type="slidenum">
              <a:rPr lang="en-US" altLang="en-US" sz="1400" smtClean="0">
                <a:solidFill>
                  <a:srgbClr val="002060"/>
                </a:solidFill>
                <a:latin typeface="Arial" panose="020B0604020202020204" pitchFamily="34" charset="0"/>
                <a:cs typeface="Arial" panose="020B0604020202020204" pitchFamily="34" charset="0"/>
              </a:rPr>
              <a:pPr>
                <a:spcBef>
                  <a:spcPct val="0"/>
                </a:spcBef>
                <a:buClrTx/>
                <a:buFontTx/>
                <a:buNone/>
              </a:pPr>
              <a:t>5</a:t>
            </a:fld>
            <a:endParaRPr lang="en-US" altLang="en-US" sz="1400">
              <a:solidFill>
                <a:srgbClr val="002060"/>
              </a:solidFill>
              <a:latin typeface="Arial" panose="020B0604020202020204" pitchFamily="34" charset="0"/>
              <a:cs typeface="Arial" panose="020B0604020202020204" pitchFamily="34" charset="0"/>
            </a:endParaRPr>
          </a:p>
        </p:txBody>
      </p:sp>
      <p:sp>
        <p:nvSpPr>
          <p:cNvPr id="2" name="Rectangle 1">
            <a:extLst>
              <a:ext uri="{FF2B5EF4-FFF2-40B4-BE49-F238E27FC236}">
                <a16:creationId xmlns:a16="http://schemas.microsoft.com/office/drawing/2014/main" id="{BC532CCB-BC99-4BF3-802C-16F289C89151}"/>
              </a:ext>
            </a:extLst>
          </p:cNvPr>
          <p:cNvSpPr/>
          <p:nvPr/>
        </p:nvSpPr>
        <p:spPr>
          <a:xfrm>
            <a:off x="609599" y="2598003"/>
            <a:ext cx="8228013" cy="954107"/>
          </a:xfrm>
          <a:prstGeom prst="rect">
            <a:avLst/>
          </a:prstGeom>
        </p:spPr>
        <p:txBody>
          <a:bodyPr wrap="square">
            <a:spAutoFit/>
          </a:bodyPr>
          <a:lstStyle/>
          <a:p>
            <a:pPr algn="just"/>
            <a:r>
              <a:rPr lang="en-US" sz="2800" dirty="0" err="1">
                <a:latin typeface="Cambria" panose="02040503050406030204" pitchFamily="18" charset="0"/>
              </a:rPr>
              <a:t>Cú</a:t>
            </a:r>
            <a:r>
              <a:rPr lang="en-US" sz="2800" dirty="0">
                <a:latin typeface="Cambria" panose="02040503050406030204" pitchFamily="18" charset="0"/>
              </a:rPr>
              <a:t> </a:t>
            </a:r>
            <a:r>
              <a:rPr lang="en-US" sz="2800" dirty="0" err="1">
                <a:latin typeface="Cambria" panose="02040503050406030204" pitchFamily="18" charset="0"/>
              </a:rPr>
              <a:t>pháp</a:t>
            </a:r>
            <a:r>
              <a:rPr lang="en-US" sz="2800" dirty="0">
                <a:latin typeface="Cambria" panose="02040503050406030204" pitchFamily="18" charset="0"/>
              </a:rPr>
              <a:t>:</a:t>
            </a:r>
          </a:p>
          <a:p>
            <a:pPr algn="just"/>
            <a:r>
              <a:rPr lang="en-US" sz="2800" dirty="0">
                <a:latin typeface="Cambria" panose="02040503050406030204" pitchFamily="18" charset="0"/>
              </a:rPr>
              <a:t>	round(</a:t>
            </a:r>
            <a:r>
              <a:rPr lang="en-US" sz="2800" dirty="0" err="1">
                <a:latin typeface="Cambria" panose="02040503050406030204" pitchFamily="18" charset="0"/>
              </a:rPr>
              <a:t>số</a:t>
            </a:r>
            <a:r>
              <a:rPr lang="en-US" sz="2800" dirty="0">
                <a:latin typeface="Cambria" panose="02040503050406030204" pitchFamily="18" charset="0"/>
              </a:rPr>
              <a:t> </a:t>
            </a:r>
            <a:r>
              <a:rPr lang="en-US" sz="2800" dirty="0" err="1">
                <a:latin typeface="Cambria" panose="02040503050406030204" pitchFamily="18" charset="0"/>
              </a:rPr>
              <a:t>gốc</a:t>
            </a:r>
            <a:r>
              <a:rPr lang="en-US" sz="2800" dirty="0">
                <a:latin typeface="Cambria" panose="02040503050406030204" pitchFamily="18" charset="0"/>
              </a:rPr>
              <a:t>, </a:t>
            </a:r>
            <a:r>
              <a:rPr lang="en-US" sz="2800" dirty="0" err="1">
                <a:latin typeface="Cambria" panose="02040503050406030204" pitchFamily="18" charset="0"/>
              </a:rPr>
              <a:t>đ</a:t>
            </a:r>
            <a:r>
              <a:rPr lang="vi-VN" sz="2800" dirty="0">
                <a:latin typeface="Cambria" panose="02040503050406030204" pitchFamily="18" charset="0"/>
              </a:rPr>
              <a:t>ơ</a:t>
            </a:r>
            <a:r>
              <a:rPr lang="en-US" sz="2800" dirty="0">
                <a:latin typeface="Cambria" panose="02040503050406030204" pitchFamily="18" charset="0"/>
              </a:rPr>
              <a:t>n </a:t>
            </a:r>
            <a:r>
              <a:rPr lang="en-US" sz="2800" dirty="0" err="1">
                <a:latin typeface="Cambria" panose="02040503050406030204" pitchFamily="18" charset="0"/>
              </a:rPr>
              <a:t>vị</a:t>
            </a:r>
            <a:r>
              <a:rPr lang="en-US" sz="2800" dirty="0">
                <a:latin typeface="Cambria" panose="02040503050406030204" pitchFamily="18" charset="0"/>
              </a:rPr>
              <a:t> </a:t>
            </a:r>
            <a:r>
              <a:rPr lang="en-US" sz="2800" dirty="0" err="1">
                <a:latin typeface="Cambria" panose="02040503050406030204" pitchFamily="18" charset="0"/>
              </a:rPr>
              <a:t>làm</a:t>
            </a:r>
            <a:r>
              <a:rPr lang="en-US" sz="2800" dirty="0">
                <a:latin typeface="Cambria" panose="02040503050406030204" pitchFamily="18" charset="0"/>
              </a:rPr>
              <a:t> </a:t>
            </a:r>
            <a:r>
              <a:rPr lang="en-US" sz="2800" dirty="0" err="1">
                <a:latin typeface="Cambria" panose="02040503050406030204" pitchFamily="18" charset="0"/>
              </a:rPr>
              <a:t>tròn</a:t>
            </a:r>
            <a:r>
              <a:rPr lang="en-US" sz="2800" dirty="0">
                <a:latin typeface="Cambria" panose="02040503050406030204" pitchFamily="18" charset="0"/>
              </a:rPr>
              <a:t>)</a:t>
            </a:r>
          </a:p>
        </p:txBody>
      </p:sp>
      <p:sp>
        <p:nvSpPr>
          <p:cNvPr id="9" name="Rectangle 1">
            <a:extLst>
              <a:ext uri="{FF2B5EF4-FFF2-40B4-BE49-F238E27FC236}">
                <a16:creationId xmlns:a16="http://schemas.microsoft.com/office/drawing/2014/main" id="{DD4DC8BB-046E-4C4A-88E9-53414415B92E}"/>
              </a:ext>
            </a:extLst>
          </p:cNvPr>
          <p:cNvSpPr>
            <a:spLocks noChangeArrowheads="1"/>
          </p:cNvSpPr>
          <p:nvPr/>
        </p:nvSpPr>
        <p:spPr bwMode="auto">
          <a:xfrm>
            <a:off x="609599" y="3944819"/>
            <a:ext cx="7848600" cy="2308324"/>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pPr>
            <a:r>
              <a:rPr kumimoji="0" lang="en-US" altLang="en-US" sz="2400" b="0" i="0" u="none" strike="noStrike" cap="none" normalizeH="0" baseline="0" dirty="0" err="1">
                <a:ln>
                  <a:noFill/>
                </a:ln>
                <a:solidFill>
                  <a:srgbClr val="000000"/>
                </a:solidFill>
                <a:effectLst/>
                <a:latin typeface="Courier New" panose="02070309020205020404" pitchFamily="49" charset="0"/>
                <a:cs typeface="Courier New" panose="02070309020205020404" pitchFamily="49" charset="0"/>
              </a:rPr>
              <a:t>Ví</a:t>
            </a:r>
            <a:r>
              <a:rPr kumimoji="0" lang="en-US" altLang="en-US" sz="24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en-US" altLang="en-US" sz="2400" b="0" i="0" u="none" strike="noStrike" cap="none" normalizeH="0" baseline="0" dirty="0" err="1">
                <a:ln>
                  <a:noFill/>
                </a:ln>
                <a:solidFill>
                  <a:srgbClr val="000000"/>
                </a:solidFill>
                <a:effectLst/>
                <a:latin typeface="Courier New" panose="02070309020205020404" pitchFamily="49" charset="0"/>
                <a:cs typeface="Courier New" panose="02070309020205020404" pitchFamily="49" charset="0"/>
              </a:rPr>
              <a:t>dụ</a:t>
            </a:r>
            <a:r>
              <a:rPr kumimoji="0" lang="en-US" altLang="en-US" sz="24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p>
          <a:p>
            <a:pPr lvl="0" eaLnBrk="0" fontAlgn="base" hangingPunct="0">
              <a:spcBef>
                <a:spcPct val="0"/>
              </a:spcBef>
              <a:spcAft>
                <a:spcPct val="0"/>
              </a:spcAft>
            </a:pPr>
            <a:r>
              <a:rPr kumimoji="0" lang="en-US" altLang="en-US" sz="24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a=</a:t>
            </a:r>
            <a:r>
              <a:rPr kumimoji="0" lang="en-US" altLang="en-US" sz="2400" b="0" i="0" u="none" strike="noStrike" cap="none" normalizeH="0" baseline="0" dirty="0">
                <a:ln>
                  <a:noFill/>
                </a:ln>
                <a:solidFill>
                  <a:srgbClr val="0000FF"/>
                </a:solidFill>
                <a:effectLst/>
                <a:latin typeface="Courier New" panose="02070309020205020404" pitchFamily="49" charset="0"/>
                <a:cs typeface="Courier New" panose="02070309020205020404" pitchFamily="49" charset="0"/>
              </a:rPr>
              <a:t>3</a:t>
            </a:r>
            <a:br>
              <a:rPr kumimoji="0" lang="en-US" altLang="en-US" sz="2400" b="0" i="0" u="none" strike="noStrike" cap="none" normalizeH="0" baseline="0" dirty="0">
                <a:ln>
                  <a:noFill/>
                </a:ln>
                <a:solidFill>
                  <a:srgbClr val="0000FF"/>
                </a:solidFill>
                <a:effectLst/>
                <a:latin typeface="Courier New" panose="02070309020205020404" pitchFamily="49" charset="0"/>
                <a:cs typeface="Courier New" panose="02070309020205020404" pitchFamily="49" charset="0"/>
              </a:rPr>
            </a:br>
            <a:r>
              <a:rPr kumimoji="0" lang="en-US" altLang="en-US" sz="24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b=</a:t>
            </a:r>
            <a:r>
              <a:rPr kumimoji="0" lang="en-US" altLang="en-US" sz="2400" b="0" i="0" u="none" strike="noStrike" cap="none" normalizeH="0" baseline="0" dirty="0">
                <a:ln>
                  <a:noFill/>
                </a:ln>
                <a:solidFill>
                  <a:srgbClr val="0000FF"/>
                </a:solidFill>
                <a:effectLst/>
                <a:latin typeface="Courier New" panose="02070309020205020404" pitchFamily="49" charset="0"/>
                <a:cs typeface="Courier New" panose="02070309020205020404" pitchFamily="49" charset="0"/>
              </a:rPr>
              <a:t>11</a:t>
            </a:r>
            <a:br>
              <a:rPr kumimoji="0" lang="en-US" altLang="en-US" sz="2400" b="0" i="0" u="none" strike="noStrike" cap="none" normalizeH="0" baseline="0" dirty="0">
                <a:ln>
                  <a:noFill/>
                </a:ln>
                <a:solidFill>
                  <a:srgbClr val="0000FF"/>
                </a:solidFill>
                <a:effectLst/>
                <a:latin typeface="Courier New" panose="02070309020205020404" pitchFamily="49" charset="0"/>
                <a:cs typeface="Courier New" panose="02070309020205020404" pitchFamily="49" charset="0"/>
              </a:rPr>
            </a:br>
            <a:r>
              <a:rPr kumimoji="0" lang="en-US" altLang="en-US" sz="24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c=b/a</a:t>
            </a:r>
            <a:br>
              <a:rPr kumimoji="0" lang="en-US" altLang="en-US" sz="24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br>
            <a:r>
              <a:rPr kumimoji="0" lang="en-US" altLang="en-US" sz="2400" b="0" i="0" u="none" strike="noStrike" cap="none" normalizeH="0" baseline="0" dirty="0">
                <a:ln>
                  <a:noFill/>
                </a:ln>
                <a:solidFill>
                  <a:srgbClr val="000080"/>
                </a:solidFill>
                <a:effectLst/>
                <a:latin typeface="Courier New" panose="02070309020205020404" pitchFamily="49" charset="0"/>
                <a:cs typeface="Courier New" panose="02070309020205020404" pitchFamily="49" charset="0"/>
              </a:rPr>
              <a:t>print</a:t>
            </a:r>
            <a:r>
              <a:rPr kumimoji="0" lang="en-US" altLang="en-US" sz="24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(c)</a:t>
            </a:r>
            <a:r>
              <a:rPr lang="en-US" altLang="en-US" sz="2400" dirty="0">
                <a:solidFill>
                  <a:srgbClr val="000000"/>
                </a:solidFill>
                <a:latin typeface="Courier New" panose="02070309020205020404" pitchFamily="49" charset="0"/>
                <a:cs typeface="Courier New" panose="02070309020205020404" pitchFamily="49" charset="0"/>
                <a:sym typeface="Wingdings" panose="05000000000000000000" pitchFamily="2" charset="2"/>
              </a:rPr>
              <a:t>3.6666666666666665</a:t>
            </a:r>
            <a:br>
              <a:rPr kumimoji="0" lang="en-US" altLang="en-US" sz="24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br>
            <a:r>
              <a:rPr kumimoji="0" lang="en-US" altLang="en-US" sz="2400" b="0" i="0" u="none" strike="noStrike" cap="none" normalizeH="0" baseline="0" dirty="0">
                <a:ln>
                  <a:noFill/>
                </a:ln>
                <a:solidFill>
                  <a:srgbClr val="000080"/>
                </a:solidFill>
                <a:effectLst/>
                <a:latin typeface="Courier New" panose="02070309020205020404" pitchFamily="49" charset="0"/>
                <a:cs typeface="Courier New" panose="02070309020205020404" pitchFamily="49" charset="0"/>
              </a:rPr>
              <a:t>print</a:t>
            </a:r>
            <a:r>
              <a:rPr kumimoji="0" lang="en-US" altLang="en-US" sz="24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a:t>
            </a:r>
            <a:r>
              <a:rPr kumimoji="0" lang="en-US" altLang="en-US" sz="2400" b="0" i="0" u="none" strike="noStrike" cap="none" normalizeH="0" baseline="0" dirty="0">
                <a:ln>
                  <a:noFill/>
                </a:ln>
                <a:solidFill>
                  <a:srgbClr val="000080"/>
                </a:solidFill>
                <a:effectLst/>
                <a:latin typeface="Courier New" panose="02070309020205020404" pitchFamily="49" charset="0"/>
                <a:cs typeface="Courier New" panose="02070309020205020404" pitchFamily="49" charset="0"/>
              </a:rPr>
              <a:t>round</a:t>
            </a:r>
            <a:r>
              <a:rPr kumimoji="0" lang="en-US" altLang="en-US" sz="24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(c,</a:t>
            </a:r>
            <a:r>
              <a:rPr kumimoji="0" lang="en-US" altLang="en-US" sz="2400" b="0" i="0" u="none" strike="noStrike" cap="none" normalizeH="0" baseline="0" dirty="0">
                <a:ln>
                  <a:noFill/>
                </a:ln>
                <a:solidFill>
                  <a:srgbClr val="0000FF"/>
                </a:solidFill>
                <a:effectLst/>
                <a:latin typeface="Courier New" panose="02070309020205020404" pitchFamily="49" charset="0"/>
                <a:cs typeface="Courier New" panose="02070309020205020404" pitchFamily="49" charset="0"/>
              </a:rPr>
              <a:t>2</a:t>
            </a:r>
            <a:r>
              <a:rPr kumimoji="0" lang="en-US" altLang="en-US" sz="24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a:t>
            </a:r>
            <a:r>
              <a:rPr lang="en-US" altLang="en-US" sz="2400" dirty="0">
                <a:solidFill>
                  <a:srgbClr val="000000"/>
                </a:solidFill>
                <a:latin typeface="Courier New" panose="02070309020205020404" pitchFamily="49" charset="0"/>
                <a:cs typeface="Courier New" panose="02070309020205020404" pitchFamily="49" charset="0"/>
                <a:sym typeface="Wingdings" panose="05000000000000000000" pitchFamily="2" charset="2"/>
              </a:rPr>
              <a:t>3.67</a:t>
            </a:r>
            <a:endParaRPr kumimoji="0" lang="en-US" altLang="en-US" sz="24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4192216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AD2704CE-C6D1-41A0-8FEA-203853D2A9FD}"/>
              </a:ext>
            </a:extLst>
          </p:cNvPr>
          <p:cNvSpPr>
            <a:spLocks noGrp="1"/>
          </p:cNvSpPr>
          <p:nvPr>
            <p:ph type="title"/>
          </p:nvPr>
        </p:nvSpPr>
        <p:spPr>
          <a:xfrm>
            <a:off x="152401" y="0"/>
            <a:ext cx="9028112" cy="914400"/>
          </a:xfrm>
        </p:spPr>
        <p:txBody>
          <a:bodyPr/>
          <a:lstStyle/>
          <a:p>
            <a:pPr marL="514350" indent="-514350" algn="l">
              <a:lnSpc>
                <a:spcPct val="150000"/>
              </a:lnSpc>
              <a:spcBef>
                <a:spcPts val="1000"/>
              </a:spcBef>
              <a:buClr>
                <a:srgbClr val="215D9F"/>
              </a:buClr>
              <a:buFont typeface="+mj-lt"/>
              <a:buAutoNum type="arabicPeriod"/>
            </a:pPr>
            <a:r>
              <a:rPr lang="en-US" sz="3200">
                <a:solidFill>
                  <a:srgbClr val="0070C0"/>
                </a:solidFill>
              </a:rPr>
              <a:t>Hàm từ thư viện có sẵn</a:t>
            </a:r>
          </a:p>
        </p:txBody>
      </p:sp>
      <p:sp>
        <p:nvSpPr>
          <p:cNvPr id="6147" name="Content Placeholder 2">
            <a:extLst>
              <a:ext uri="{FF2B5EF4-FFF2-40B4-BE49-F238E27FC236}">
                <a16:creationId xmlns:a16="http://schemas.microsoft.com/office/drawing/2014/main" id="{B389CA34-20DF-451F-B09F-9A7C082A79F9}"/>
              </a:ext>
            </a:extLst>
          </p:cNvPr>
          <p:cNvSpPr>
            <a:spLocks noGrp="1"/>
          </p:cNvSpPr>
          <p:nvPr>
            <p:ph idx="1"/>
          </p:nvPr>
        </p:nvSpPr>
        <p:spPr>
          <a:xfrm>
            <a:off x="303212" y="1051132"/>
            <a:ext cx="8534401" cy="5502068"/>
          </a:xfrm>
        </p:spPr>
        <p:txBody>
          <a:bodyPr/>
          <a:lstStyle/>
          <a:p>
            <a:pPr algn="just">
              <a:lnSpc>
                <a:spcPct val="150000"/>
              </a:lnSpc>
            </a:pPr>
            <a:r>
              <a:rPr lang="en-US" sz="2800" b="1" dirty="0" err="1">
                <a:latin typeface="Cambria" panose="02040503050406030204" pitchFamily="18" charset="0"/>
              </a:rPr>
              <a:t>Hàm</a:t>
            </a:r>
            <a:r>
              <a:rPr lang="en-US" sz="2800" b="1" dirty="0">
                <a:latin typeface="Cambria" panose="02040503050406030204" pitchFamily="18" charset="0"/>
              </a:rPr>
              <a:t> clock</a:t>
            </a:r>
            <a:r>
              <a:rPr lang="en-US" sz="2800" dirty="0">
                <a:latin typeface="Cambria" panose="02040503050406030204" pitchFamily="18" charset="0"/>
              </a:rPr>
              <a:t>: </a:t>
            </a:r>
            <a:r>
              <a:rPr lang="en-US" sz="2800" dirty="0" err="1">
                <a:latin typeface="Cambria" panose="02040503050406030204" pitchFamily="18" charset="0"/>
              </a:rPr>
              <a:t>Để</a:t>
            </a:r>
            <a:r>
              <a:rPr lang="en-US" sz="2800" dirty="0">
                <a:latin typeface="Cambria" panose="02040503050406030204" pitchFamily="18" charset="0"/>
              </a:rPr>
              <a:t> </a:t>
            </a:r>
            <a:r>
              <a:rPr lang="en-US" sz="2800" dirty="0" err="1">
                <a:latin typeface="Cambria" panose="02040503050406030204" pitchFamily="18" charset="0"/>
              </a:rPr>
              <a:t>tính</a:t>
            </a:r>
            <a:r>
              <a:rPr lang="en-US" sz="2800" dirty="0">
                <a:latin typeface="Cambria" panose="02040503050406030204" pitchFamily="18" charset="0"/>
              </a:rPr>
              <a:t> </a:t>
            </a:r>
            <a:r>
              <a:rPr lang="en-US" sz="2800" dirty="0" err="1">
                <a:latin typeface="Cambria" panose="02040503050406030204" pitchFamily="18" charset="0"/>
              </a:rPr>
              <a:t>thời</a:t>
            </a:r>
            <a:r>
              <a:rPr lang="en-US" sz="2800" dirty="0">
                <a:latin typeface="Cambria" panose="02040503050406030204" pitchFamily="18" charset="0"/>
              </a:rPr>
              <a:t> </a:t>
            </a:r>
            <a:r>
              <a:rPr lang="en-US" sz="2800" dirty="0" err="1">
                <a:latin typeface="Cambria" panose="02040503050406030204" pitchFamily="18" charset="0"/>
              </a:rPr>
              <a:t>gian</a:t>
            </a:r>
            <a:r>
              <a:rPr lang="en-US" sz="2800" dirty="0">
                <a:latin typeface="Cambria" panose="02040503050406030204" pitchFamily="18" charset="0"/>
              </a:rPr>
              <a:t> </a:t>
            </a:r>
            <a:r>
              <a:rPr lang="en-US" sz="2800" dirty="0" err="1">
                <a:latin typeface="Cambria" panose="02040503050406030204" pitchFamily="18" charset="0"/>
              </a:rPr>
              <a:t>thực</a:t>
            </a:r>
            <a:r>
              <a:rPr lang="en-US" sz="2800" dirty="0">
                <a:latin typeface="Cambria" panose="02040503050406030204" pitchFamily="18" charset="0"/>
              </a:rPr>
              <a:t> </a:t>
            </a:r>
            <a:r>
              <a:rPr lang="en-US" sz="2800" dirty="0" err="1">
                <a:latin typeface="Cambria" panose="02040503050406030204" pitchFamily="18" charset="0"/>
              </a:rPr>
              <a:t>hiện</a:t>
            </a:r>
            <a:r>
              <a:rPr lang="en-US" sz="2800" dirty="0">
                <a:latin typeface="Cambria" panose="02040503050406030204" pitchFamily="18" charset="0"/>
              </a:rPr>
              <a:t> </a:t>
            </a:r>
            <a:r>
              <a:rPr lang="en-US" sz="2800" dirty="0" err="1">
                <a:latin typeface="Cambria" panose="02040503050406030204" pitchFamily="18" charset="0"/>
              </a:rPr>
              <a:t>một</a:t>
            </a:r>
            <a:r>
              <a:rPr lang="en-US" sz="2800" dirty="0">
                <a:latin typeface="Cambria" panose="02040503050406030204" pitchFamily="18" charset="0"/>
              </a:rPr>
              <a:t> </a:t>
            </a:r>
            <a:r>
              <a:rPr lang="en-US" sz="2800" dirty="0" err="1">
                <a:latin typeface="Cambria" panose="02040503050406030204" pitchFamily="18" charset="0"/>
              </a:rPr>
              <a:t>ch</a:t>
            </a:r>
            <a:r>
              <a:rPr lang="vi-VN" sz="2800" dirty="0">
                <a:latin typeface="Cambria" panose="02040503050406030204" pitchFamily="18" charset="0"/>
              </a:rPr>
              <a:t>ư</a:t>
            </a:r>
            <a:r>
              <a:rPr lang="en-US" sz="2800" dirty="0" err="1">
                <a:latin typeface="Cambria" panose="02040503050406030204" pitchFamily="18" charset="0"/>
              </a:rPr>
              <a:t>ơng</a:t>
            </a:r>
            <a:r>
              <a:rPr lang="en-US" sz="2800" dirty="0">
                <a:latin typeface="Cambria" panose="02040503050406030204" pitchFamily="18" charset="0"/>
              </a:rPr>
              <a:t> </a:t>
            </a:r>
            <a:r>
              <a:rPr lang="en-US" sz="2800" dirty="0" err="1">
                <a:latin typeface="Cambria" panose="02040503050406030204" pitchFamily="18" charset="0"/>
              </a:rPr>
              <a:t>trình</a:t>
            </a:r>
            <a:r>
              <a:rPr lang="en-US" sz="2800" dirty="0">
                <a:latin typeface="Cambria" panose="02040503050406030204" pitchFamily="18" charset="0"/>
              </a:rPr>
              <a:t> ta </a:t>
            </a:r>
            <a:r>
              <a:rPr lang="en-US" sz="2800" dirty="0" err="1">
                <a:latin typeface="Cambria" panose="02040503050406030204" pitchFamily="18" charset="0"/>
              </a:rPr>
              <a:t>có</a:t>
            </a:r>
            <a:r>
              <a:rPr lang="en-US" sz="2800" dirty="0">
                <a:latin typeface="Cambria" panose="02040503050406030204" pitchFamily="18" charset="0"/>
              </a:rPr>
              <a:t> </a:t>
            </a:r>
            <a:r>
              <a:rPr lang="en-US" sz="2800" dirty="0" err="1">
                <a:latin typeface="Cambria" panose="02040503050406030204" pitchFamily="18" charset="0"/>
              </a:rPr>
              <a:t>thể</a:t>
            </a:r>
            <a:r>
              <a:rPr lang="en-US" sz="2800" dirty="0">
                <a:latin typeface="Cambria" panose="02040503050406030204" pitchFamily="18" charset="0"/>
              </a:rPr>
              <a:t> </a:t>
            </a:r>
            <a:r>
              <a:rPr lang="en-US" sz="2800" dirty="0" err="1">
                <a:latin typeface="Cambria" panose="02040503050406030204" pitchFamily="18" charset="0"/>
              </a:rPr>
              <a:t>căn</a:t>
            </a:r>
            <a:r>
              <a:rPr lang="en-US" sz="2800" dirty="0">
                <a:latin typeface="Cambria" panose="02040503050406030204" pitchFamily="18" charset="0"/>
              </a:rPr>
              <a:t> 2 </a:t>
            </a:r>
            <a:r>
              <a:rPr lang="en-US" sz="2800" dirty="0" err="1">
                <a:latin typeface="Cambria" panose="02040503050406030204" pitchFamily="18" charset="0"/>
              </a:rPr>
              <a:t>đầu</a:t>
            </a:r>
            <a:r>
              <a:rPr lang="en-US" sz="2800" dirty="0">
                <a:latin typeface="Cambria" panose="02040503050406030204" pitchFamily="18" charset="0"/>
              </a:rPr>
              <a:t> </a:t>
            </a:r>
            <a:r>
              <a:rPr lang="en-US" sz="2800" dirty="0" err="1">
                <a:latin typeface="Cambria" panose="02040503050406030204" pitchFamily="18" charset="0"/>
              </a:rPr>
              <a:t>để</a:t>
            </a:r>
            <a:r>
              <a:rPr lang="en-US" sz="2800" dirty="0">
                <a:latin typeface="Cambria" panose="02040503050406030204" pitchFamily="18" charset="0"/>
              </a:rPr>
              <a:t> </a:t>
            </a:r>
            <a:r>
              <a:rPr lang="en-US" sz="2800" dirty="0" err="1">
                <a:latin typeface="Cambria" panose="02040503050406030204" pitchFamily="18" charset="0"/>
              </a:rPr>
              <a:t>trừ</a:t>
            </a:r>
            <a:r>
              <a:rPr lang="en-US" sz="2800" dirty="0">
                <a:latin typeface="Cambria" panose="02040503050406030204" pitchFamily="18" charset="0"/>
              </a:rPr>
              <a:t> </a:t>
            </a:r>
            <a:r>
              <a:rPr lang="en-US" sz="2800" dirty="0" err="1">
                <a:latin typeface="Cambria" panose="02040503050406030204" pitchFamily="18" charset="0"/>
              </a:rPr>
              <a:t>ra</a:t>
            </a:r>
            <a:r>
              <a:rPr lang="en-US" sz="2800" dirty="0">
                <a:latin typeface="Cambria" panose="02040503050406030204" pitchFamily="18" charset="0"/>
              </a:rPr>
              <a:t> </a:t>
            </a:r>
            <a:r>
              <a:rPr lang="en-US" sz="2800" dirty="0" err="1">
                <a:latin typeface="Cambria" panose="02040503050406030204" pitchFamily="18" charset="0"/>
              </a:rPr>
              <a:t>số</a:t>
            </a:r>
            <a:r>
              <a:rPr lang="en-US" sz="2800" dirty="0">
                <a:latin typeface="Cambria" panose="02040503050406030204" pitchFamily="18" charset="0"/>
              </a:rPr>
              <a:t> </a:t>
            </a:r>
            <a:r>
              <a:rPr lang="en-US" sz="2800" dirty="0" err="1">
                <a:latin typeface="Cambria" panose="02040503050406030204" pitchFamily="18" charset="0"/>
              </a:rPr>
              <a:t>giây</a:t>
            </a:r>
            <a:endParaRPr lang="en-US" sz="2800" dirty="0">
              <a:latin typeface="Cambria" panose="02040503050406030204" pitchFamily="18" charset="0"/>
            </a:endParaRPr>
          </a:p>
        </p:txBody>
      </p:sp>
      <p:sp>
        <p:nvSpPr>
          <p:cNvPr id="6148" name="Slide Number Placeholder 3">
            <a:extLst>
              <a:ext uri="{FF2B5EF4-FFF2-40B4-BE49-F238E27FC236}">
                <a16:creationId xmlns:a16="http://schemas.microsoft.com/office/drawing/2014/main" id="{6387F6B7-3E78-4DC2-ACF4-7A9010C88B16}"/>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E46C0A"/>
              </a:buClr>
              <a:buFont typeface="Wingdings" panose="05000000000000000000" pitchFamily="2" charset="2"/>
              <a:buChar char="v"/>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742950" indent="-285750">
              <a:spcBef>
                <a:spcPct val="20000"/>
              </a:spcBef>
              <a:buClr>
                <a:srgbClr val="E46C0A"/>
              </a:buClr>
              <a:buFont typeface="Wingdings" panose="05000000000000000000" pitchFamily="2" charset="2"/>
              <a:buChar char="q"/>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marL="1143000" indent="-228600">
              <a:spcBef>
                <a:spcPct val="20000"/>
              </a:spcBef>
              <a:buClr>
                <a:srgbClr val="E46C0A"/>
              </a:buClr>
              <a:buFont typeface="Wingdings" panose="05000000000000000000" pitchFamily="2" charset="2"/>
              <a:buChar char="Ø"/>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3pPr>
            <a:lvl4pPr marL="1600200" indent="-228600">
              <a:spcBef>
                <a:spcPct val="20000"/>
              </a:spcBef>
              <a:buClr>
                <a:srgbClr val="E46C0A"/>
              </a:buClr>
              <a:buFont typeface="Courier New" panose="02070309020205020404" pitchFamily="49" charset="0"/>
              <a:buChar char="o"/>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4pPr>
            <a:lvl5pPr marL="2057400" indent="-228600">
              <a:spcBef>
                <a:spcPct val="20000"/>
              </a:spcBef>
              <a:buFont typeface="Arial" panose="020B0604020202020204" pitchFamily="34" charset="0"/>
              <a:buChar char="»"/>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9pPr>
          </a:lstStyle>
          <a:p>
            <a:pPr>
              <a:spcBef>
                <a:spcPct val="0"/>
              </a:spcBef>
              <a:buClrTx/>
              <a:buFontTx/>
              <a:buNone/>
            </a:pPr>
            <a:fld id="{E4B56E55-BAAA-4880-94A1-7A8094250C64}" type="slidenum">
              <a:rPr lang="en-US" altLang="en-US" sz="1400" smtClean="0">
                <a:solidFill>
                  <a:srgbClr val="002060"/>
                </a:solidFill>
                <a:latin typeface="Arial" panose="020B0604020202020204" pitchFamily="34" charset="0"/>
                <a:cs typeface="Arial" panose="020B0604020202020204" pitchFamily="34" charset="0"/>
              </a:rPr>
              <a:pPr>
                <a:spcBef>
                  <a:spcPct val="0"/>
                </a:spcBef>
                <a:buClrTx/>
                <a:buFontTx/>
                <a:buNone/>
              </a:pPr>
              <a:t>6</a:t>
            </a:fld>
            <a:endParaRPr lang="en-US" altLang="en-US" sz="1400">
              <a:solidFill>
                <a:srgbClr val="002060"/>
              </a:solidFill>
              <a:latin typeface="Arial" panose="020B0604020202020204" pitchFamily="34" charset="0"/>
              <a:cs typeface="Arial" panose="020B0604020202020204" pitchFamily="34" charset="0"/>
            </a:endParaRPr>
          </a:p>
        </p:txBody>
      </p:sp>
      <p:grpSp>
        <p:nvGrpSpPr>
          <p:cNvPr id="7" name="Group 6">
            <a:extLst>
              <a:ext uri="{FF2B5EF4-FFF2-40B4-BE49-F238E27FC236}">
                <a16:creationId xmlns:a16="http://schemas.microsoft.com/office/drawing/2014/main" id="{491A7CF6-3909-4946-A99E-E37734BBBD44}"/>
              </a:ext>
            </a:extLst>
          </p:cNvPr>
          <p:cNvGrpSpPr/>
          <p:nvPr/>
        </p:nvGrpSpPr>
        <p:grpSpPr>
          <a:xfrm>
            <a:off x="1488598" y="3124200"/>
            <a:ext cx="6355718" cy="2493893"/>
            <a:chOff x="2178682" y="2590800"/>
            <a:chExt cx="6355718" cy="2493893"/>
          </a:xfrm>
        </p:grpSpPr>
        <p:cxnSp>
          <p:nvCxnSpPr>
            <p:cNvPr id="8" name="Straight Arrow Connector 7">
              <a:extLst>
                <a:ext uri="{FF2B5EF4-FFF2-40B4-BE49-F238E27FC236}">
                  <a16:creationId xmlns:a16="http://schemas.microsoft.com/office/drawing/2014/main" id="{BB04B1D2-93B7-45A3-960C-AEC200513A1D}"/>
                </a:ext>
              </a:extLst>
            </p:cNvPr>
            <p:cNvCxnSpPr/>
            <p:nvPr/>
          </p:nvCxnSpPr>
          <p:spPr>
            <a:xfrm>
              <a:off x="2514600" y="3276600"/>
              <a:ext cx="6019800"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76DD8CA-3D5B-4B90-BBCE-E0D3217BC153}"/>
                </a:ext>
              </a:extLst>
            </p:cNvPr>
            <p:cNvCxnSpPr/>
            <p:nvPr/>
          </p:nvCxnSpPr>
          <p:spPr>
            <a:xfrm>
              <a:off x="2895600" y="2895600"/>
              <a:ext cx="0" cy="83820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40C728E6-DDE4-40B4-858A-32682D33567E}"/>
                </a:ext>
              </a:extLst>
            </p:cNvPr>
            <p:cNvCxnSpPr/>
            <p:nvPr/>
          </p:nvCxnSpPr>
          <p:spPr>
            <a:xfrm>
              <a:off x="6629400" y="2857500"/>
              <a:ext cx="0" cy="83820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286BF920-100D-4CF3-A938-E0EB5553F5F6}"/>
                </a:ext>
              </a:extLst>
            </p:cNvPr>
            <p:cNvCxnSpPr/>
            <p:nvPr/>
          </p:nvCxnSpPr>
          <p:spPr>
            <a:xfrm>
              <a:off x="3048000" y="2895600"/>
              <a:ext cx="3352800"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33749EF5-EB6F-4590-B694-D7C2BD20727B}"/>
                </a:ext>
              </a:extLst>
            </p:cNvPr>
            <p:cNvSpPr txBox="1"/>
            <p:nvPr/>
          </p:nvSpPr>
          <p:spPr>
            <a:xfrm>
              <a:off x="3688081" y="2590800"/>
              <a:ext cx="2179318" cy="369332"/>
            </a:xfrm>
            <a:prstGeom prst="rect">
              <a:avLst/>
            </a:prstGeom>
            <a:noFill/>
          </p:spPr>
          <p:txBody>
            <a:bodyPr wrap="square" rtlCol="0">
              <a:spAutoFit/>
            </a:bodyPr>
            <a:lstStyle/>
            <a:p>
              <a:r>
                <a:rPr lang="en-US">
                  <a:latin typeface="Cambria" panose="02040503050406030204" pitchFamily="18" charset="0"/>
                </a:rPr>
                <a:t>Block Statement </a:t>
              </a:r>
            </a:p>
          </p:txBody>
        </p:sp>
        <p:sp>
          <p:nvSpPr>
            <p:cNvPr id="14" name="TextBox 13">
              <a:extLst>
                <a:ext uri="{FF2B5EF4-FFF2-40B4-BE49-F238E27FC236}">
                  <a16:creationId xmlns:a16="http://schemas.microsoft.com/office/drawing/2014/main" id="{7B739FCE-68CD-411E-A425-1B4558322ED3}"/>
                </a:ext>
              </a:extLst>
            </p:cNvPr>
            <p:cNvSpPr txBox="1"/>
            <p:nvPr/>
          </p:nvSpPr>
          <p:spPr>
            <a:xfrm>
              <a:off x="2178682" y="3733800"/>
              <a:ext cx="1505540" cy="369332"/>
            </a:xfrm>
            <a:prstGeom prst="rect">
              <a:avLst/>
            </a:prstGeom>
            <a:noFill/>
          </p:spPr>
          <p:txBody>
            <a:bodyPr wrap="none" rtlCol="0">
              <a:spAutoFit/>
            </a:bodyPr>
            <a:lstStyle/>
            <a:p>
              <a:r>
                <a:rPr lang="en-US">
                  <a:latin typeface="Cambria" panose="02040503050406030204" pitchFamily="18" charset="0"/>
                </a:rPr>
                <a:t>Start=Clock()</a:t>
              </a:r>
            </a:p>
          </p:txBody>
        </p:sp>
        <p:sp>
          <p:nvSpPr>
            <p:cNvPr id="15" name="TextBox 14">
              <a:extLst>
                <a:ext uri="{FF2B5EF4-FFF2-40B4-BE49-F238E27FC236}">
                  <a16:creationId xmlns:a16="http://schemas.microsoft.com/office/drawing/2014/main" id="{B16F764A-695A-4942-822C-FE5052946336}"/>
                </a:ext>
              </a:extLst>
            </p:cNvPr>
            <p:cNvSpPr txBox="1"/>
            <p:nvPr/>
          </p:nvSpPr>
          <p:spPr>
            <a:xfrm>
              <a:off x="6062870" y="3733800"/>
              <a:ext cx="1415772" cy="369332"/>
            </a:xfrm>
            <a:prstGeom prst="rect">
              <a:avLst/>
            </a:prstGeom>
            <a:noFill/>
          </p:spPr>
          <p:txBody>
            <a:bodyPr wrap="none" rtlCol="0">
              <a:spAutoFit/>
            </a:bodyPr>
            <a:lstStyle/>
            <a:p>
              <a:r>
                <a:rPr lang="en-US">
                  <a:latin typeface="Cambria" panose="02040503050406030204" pitchFamily="18" charset="0"/>
                </a:rPr>
                <a:t>End=Clock()</a:t>
              </a:r>
            </a:p>
          </p:txBody>
        </p:sp>
        <p:sp>
          <p:nvSpPr>
            <p:cNvPr id="16" name="TextBox 15">
              <a:extLst>
                <a:ext uri="{FF2B5EF4-FFF2-40B4-BE49-F238E27FC236}">
                  <a16:creationId xmlns:a16="http://schemas.microsoft.com/office/drawing/2014/main" id="{5A8A3C0C-5ECB-4686-88D4-092B2D90E8B9}"/>
                </a:ext>
              </a:extLst>
            </p:cNvPr>
            <p:cNvSpPr txBox="1"/>
            <p:nvPr/>
          </p:nvSpPr>
          <p:spPr>
            <a:xfrm>
              <a:off x="2746038" y="4623028"/>
              <a:ext cx="3956724" cy="461665"/>
            </a:xfrm>
            <a:prstGeom prst="rect">
              <a:avLst/>
            </a:prstGeom>
            <a:noFill/>
          </p:spPr>
          <p:txBody>
            <a:bodyPr wrap="none" rtlCol="0">
              <a:spAutoFit/>
            </a:bodyPr>
            <a:lstStyle/>
            <a:p>
              <a:r>
                <a:rPr lang="en-US" sz="2400">
                  <a:latin typeface="Cambria" panose="02040503050406030204" pitchFamily="18" charset="0"/>
                </a:rPr>
                <a:t>Thời gian thực thi=End-Start</a:t>
              </a:r>
            </a:p>
          </p:txBody>
        </p:sp>
      </p:grpSp>
    </p:spTree>
    <p:extLst>
      <p:ext uri="{BB962C8B-B14F-4D97-AF65-F5344CB8AC3E}">
        <p14:creationId xmlns:p14="http://schemas.microsoft.com/office/powerpoint/2010/main" val="15546430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AD2704CE-C6D1-41A0-8FEA-203853D2A9FD}"/>
              </a:ext>
            </a:extLst>
          </p:cNvPr>
          <p:cNvSpPr>
            <a:spLocks noGrp="1"/>
          </p:cNvSpPr>
          <p:nvPr>
            <p:ph type="title"/>
          </p:nvPr>
        </p:nvSpPr>
        <p:spPr>
          <a:xfrm>
            <a:off x="152401" y="0"/>
            <a:ext cx="9028112" cy="914400"/>
          </a:xfrm>
        </p:spPr>
        <p:txBody>
          <a:bodyPr/>
          <a:lstStyle/>
          <a:p>
            <a:pPr marL="514350" indent="-514350" algn="l">
              <a:lnSpc>
                <a:spcPct val="150000"/>
              </a:lnSpc>
              <a:spcBef>
                <a:spcPts val="1000"/>
              </a:spcBef>
              <a:buClr>
                <a:srgbClr val="215D9F"/>
              </a:buClr>
              <a:buFont typeface="+mj-lt"/>
              <a:buAutoNum type="arabicPeriod"/>
            </a:pPr>
            <a:r>
              <a:rPr lang="en-US" sz="3200">
                <a:solidFill>
                  <a:srgbClr val="0070C0"/>
                </a:solidFill>
              </a:rPr>
              <a:t>Hàm từ thư viện có sẵn</a:t>
            </a:r>
          </a:p>
        </p:txBody>
      </p:sp>
      <p:sp>
        <p:nvSpPr>
          <p:cNvPr id="6147" name="Content Placeholder 2">
            <a:extLst>
              <a:ext uri="{FF2B5EF4-FFF2-40B4-BE49-F238E27FC236}">
                <a16:creationId xmlns:a16="http://schemas.microsoft.com/office/drawing/2014/main" id="{B389CA34-20DF-451F-B09F-9A7C082A79F9}"/>
              </a:ext>
            </a:extLst>
          </p:cNvPr>
          <p:cNvSpPr>
            <a:spLocks noGrp="1"/>
          </p:cNvSpPr>
          <p:nvPr>
            <p:ph idx="1"/>
          </p:nvPr>
        </p:nvSpPr>
        <p:spPr>
          <a:xfrm>
            <a:off x="303212" y="1051132"/>
            <a:ext cx="8534401" cy="5502068"/>
          </a:xfrm>
        </p:spPr>
        <p:txBody>
          <a:bodyPr/>
          <a:lstStyle/>
          <a:p>
            <a:pPr algn="just">
              <a:lnSpc>
                <a:spcPct val="150000"/>
              </a:lnSpc>
            </a:pPr>
            <a:r>
              <a:rPr lang="en-US" sz="2800" b="1">
                <a:latin typeface="Cambria" panose="02040503050406030204" pitchFamily="18" charset="0"/>
              </a:rPr>
              <a:t>Ví dụ</a:t>
            </a:r>
            <a:r>
              <a:rPr lang="en-US" sz="2800">
                <a:latin typeface="Cambria" panose="02040503050406030204" pitchFamily="18" charset="0"/>
              </a:rPr>
              <a:t>:</a:t>
            </a:r>
          </a:p>
          <a:p>
            <a:pPr algn="just">
              <a:lnSpc>
                <a:spcPct val="150000"/>
              </a:lnSpc>
            </a:pPr>
            <a:endParaRPr lang="en-US" sz="2800">
              <a:latin typeface="Cambria" panose="02040503050406030204" pitchFamily="18" charset="0"/>
            </a:endParaRPr>
          </a:p>
        </p:txBody>
      </p:sp>
      <p:sp>
        <p:nvSpPr>
          <p:cNvPr id="6148" name="Slide Number Placeholder 3">
            <a:extLst>
              <a:ext uri="{FF2B5EF4-FFF2-40B4-BE49-F238E27FC236}">
                <a16:creationId xmlns:a16="http://schemas.microsoft.com/office/drawing/2014/main" id="{6387F6B7-3E78-4DC2-ACF4-7A9010C88B16}"/>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E46C0A"/>
              </a:buClr>
              <a:buFont typeface="Wingdings" panose="05000000000000000000" pitchFamily="2" charset="2"/>
              <a:buChar char="v"/>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742950" indent="-285750">
              <a:spcBef>
                <a:spcPct val="20000"/>
              </a:spcBef>
              <a:buClr>
                <a:srgbClr val="E46C0A"/>
              </a:buClr>
              <a:buFont typeface="Wingdings" panose="05000000000000000000" pitchFamily="2" charset="2"/>
              <a:buChar char="q"/>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marL="1143000" indent="-228600">
              <a:spcBef>
                <a:spcPct val="20000"/>
              </a:spcBef>
              <a:buClr>
                <a:srgbClr val="E46C0A"/>
              </a:buClr>
              <a:buFont typeface="Wingdings" panose="05000000000000000000" pitchFamily="2" charset="2"/>
              <a:buChar char="Ø"/>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3pPr>
            <a:lvl4pPr marL="1600200" indent="-228600">
              <a:spcBef>
                <a:spcPct val="20000"/>
              </a:spcBef>
              <a:buClr>
                <a:srgbClr val="E46C0A"/>
              </a:buClr>
              <a:buFont typeface="Courier New" panose="02070309020205020404" pitchFamily="49" charset="0"/>
              <a:buChar char="o"/>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4pPr>
            <a:lvl5pPr marL="2057400" indent="-228600">
              <a:spcBef>
                <a:spcPct val="20000"/>
              </a:spcBef>
              <a:buFont typeface="Arial" panose="020B0604020202020204" pitchFamily="34" charset="0"/>
              <a:buChar char="»"/>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9pPr>
          </a:lstStyle>
          <a:p>
            <a:pPr>
              <a:spcBef>
                <a:spcPct val="0"/>
              </a:spcBef>
              <a:buClrTx/>
              <a:buFontTx/>
              <a:buNone/>
            </a:pPr>
            <a:fld id="{E4B56E55-BAAA-4880-94A1-7A8094250C64}" type="slidenum">
              <a:rPr lang="en-US" altLang="en-US" sz="1400" smtClean="0">
                <a:solidFill>
                  <a:srgbClr val="002060"/>
                </a:solidFill>
                <a:latin typeface="Arial" panose="020B0604020202020204" pitchFamily="34" charset="0"/>
                <a:cs typeface="Arial" panose="020B0604020202020204" pitchFamily="34" charset="0"/>
              </a:rPr>
              <a:pPr>
                <a:spcBef>
                  <a:spcPct val="0"/>
                </a:spcBef>
                <a:buClrTx/>
                <a:buFontTx/>
                <a:buNone/>
              </a:pPr>
              <a:t>7</a:t>
            </a:fld>
            <a:endParaRPr lang="en-US" altLang="en-US" sz="1400">
              <a:solidFill>
                <a:srgbClr val="002060"/>
              </a:solidFill>
              <a:latin typeface="Arial" panose="020B0604020202020204" pitchFamily="34" charset="0"/>
              <a:cs typeface="Arial" panose="020B0604020202020204" pitchFamily="34" charset="0"/>
            </a:endParaRPr>
          </a:p>
        </p:txBody>
      </p:sp>
      <p:sp>
        <p:nvSpPr>
          <p:cNvPr id="17" name="Rectangle 1">
            <a:extLst>
              <a:ext uri="{FF2B5EF4-FFF2-40B4-BE49-F238E27FC236}">
                <a16:creationId xmlns:a16="http://schemas.microsoft.com/office/drawing/2014/main" id="{F1B68149-1A8E-4CC6-AA0D-B5A8B3981EC3}"/>
              </a:ext>
            </a:extLst>
          </p:cNvPr>
          <p:cNvSpPr>
            <a:spLocks noChangeArrowheads="1"/>
          </p:cNvSpPr>
          <p:nvPr/>
        </p:nvSpPr>
        <p:spPr bwMode="auto">
          <a:xfrm>
            <a:off x="457200" y="1840731"/>
            <a:ext cx="7885113" cy="392286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2400" b="1" i="0" u="none" strike="noStrike" cap="none" normalizeH="0" baseline="0" dirty="0">
                <a:ln>
                  <a:noFill/>
                </a:ln>
                <a:solidFill>
                  <a:srgbClr val="000080"/>
                </a:solidFill>
                <a:effectLst/>
                <a:latin typeface="Courier New" panose="02070309020205020404" pitchFamily="49" charset="0"/>
                <a:cs typeface="Courier New" panose="02070309020205020404" pitchFamily="49" charset="0"/>
              </a:rPr>
              <a:t>from </a:t>
            </a:r>
            <a:r>
              <a:rPr kumimoji="0" lang="en-US" altLang="en-US" sz="24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time </a:t>
            </a:r>
            <a:r>
              <a:rPr kumimoji="0" lang="en-US" altLang="en-US" sz="2400" b="1" i="0" u="none" strike="noStrike" cap="none" normalizeH="0" baseline="0" dirty="0">
                <a:ln>
                  <a:noFill/>
                </a:ln>
                <a:solidFill>
                  <a:srgbClr val="000080"/>
                </a:solidFill>
                <a:effectLst/>
                <a:latin typeface="Courier New" panose="02070309020205020404" pitchFamily="49" charset="0"/>
                <a:cs typeface="Courier New" panose="02070309020205020404" pitchFamily="49" charset="0"/>
              </a:rPr>
              <a:t>import </a:t>
            </a:r>
            <a:r>
              <a:rPr kumimoji="0" lang="en-US" altLang="en-US" sz="24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clock</a:t>
            </a:r>
            <a:br>
              <a:rPr kumimoji="0" lang="en-US" altLang="en-US" sz="24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br>
            <a:r>
              <a:rPr kumimoji="0" lang="en-US" altLang="en-US" sz="2400" b="0" i="0" u="none" strike="noStrike" cap="none" normalizeH="0" baseline="0" dirty="0">
                <a:ln>
                  <a:noFill/>
                </a:ln>
                <a:solidFill>
                  <a:srgbClr val="000080"/>
                </a:solidFill>
                <a:effectLst/>
                <a:latin typeface="Courier New" panose="02070309020205020404" pitchFamily="49" charset="0"/>
                <a:cs typeface="Courier New" panose="02070309020205020404" pitchFamily="49" charset="0"/>
              </a:rPr>
              <a:t>print</a:t>
            </a:r>
            <a:r>
              <a:rPr kumimoji="0" lang="en-US" altLang="en-US" sz="24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a:t>
            </a:r>
            <a:r>
              <a:rPr kumimoji="0" lang="en-US" altLang="en-US" sz="2400" b="1" i="0" u="none" strike="noStrike" cap="none" normalizeH="0" baseline="0" dirty="0">
                <a:ln>
                  <a:noFill/>
                </a:ln>
                <a:solidFill>
                  <a:srgbClr val="008080"/>
                </a:solidFill>
                <a:effectLst/>
                <a:latin typeface="Courier New" panose="02070309020205020404" pitchFamily="49" charset="0"/>
                <a:cs typeface="Courier New" panose="02070309020205020404" pitchFamily="49" charset="0"/>
              </a:rPr>
              <a:t>"Enter your name: "</a:t>
            </a:r>
            <a:r>
              <a:rPr kumimoji="0" lang="en-US" altLang="en-US" sz="24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en-US" altLang="en-US" sz="2400" b="0" i="0" u="none" strike="noStrike" cap="none" normalizeH="0" baseline="0" dirty="0">
                <a:ln>
                  <a:noFill/>
                </a:ln>
                <a:solidFill>
                  <a:srgbClr val="660099"/>
                </a:solidFill>
                <a:effectLst/>
                <a:latin typeface="Courier New" panose="02070309020205020404" pitchFamily="49" charset="0"/>
                <a:cs typeface="Courier New" panose="02070309020205020404" pitchFamily="49" charset="0"/>
              </a:rPr>
              <a:t>end</a:t>
            </a:r>
            <a:r>
              <a:rPr kumimoji="0" lang="en-US" altLang="en-US" sz="24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a:t>
            </a:r>
            <a:r>
              <a:rPr kumimoji="0" lang="en-US" altLang="en-US" sz="2400" b="1" i="0" u="none" strike="noStrike" cap="none" normalizeH="0" baseline="0" dirty="0">
                <a:ln>
                  <a:noFill/>
                </a:ln>
                <a:solidFill>
                  <a:srgbClr val="008080"/>
                </a:solidFill>
                <a:effectLst/>
                <a:latin typeface="Courier New" panose="02070309020205020404" pitchFamily="49" charset="0"/>
                <a:cs typeface="Courier New" panose="02070309020205020404" pitchFamily="49" charset="0"/>
              </a:rPr>
              <a:t>""</a:t>
            </a:r>
            <a:r>
              <a:rPr kumimoji="0" lang="en-US" altLang="en-US" sz="24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a:t>
            </a:r>
            <a:br>
              <a:rPr kumimoji="0" lang="en-US" altLang="en-US" sz="24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br>
            <a:r>
              <a:rPr kumimoji="0" lang="en-US" altLang="en-US" sz="2400" b="0" i="0" u="none" strike="noStrike" cap="none" normalizeH="0" baseline="0" dirty="0" err="1">
                <a:ln>
                  <a:noFill/>
                </a:ln>
                <a:solidFill>
                  <a:srgbClr val="000000"/>
                </a:solidFill>
                <a:effectLst/>
                <a:latin typeface="Courier New" panose="02070309020205020404" pitchFamily="49" charset="0"/>
                <a:cs typeface="Courier New" panose="02070309020205020404" pitchFamily="49" charset="0"/>
              </a:rPr>
              <a:t>start_time</a:t>
            </a:r>
            <a:r>
              <a:rPr kumimoji="0" lang="en-US" altLang="en-US" sz="24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 clock()</a:t>
            </a:r>
            <a:br>
              <a:rPr kumimoji="0" lang="en-US" altLang="en-US" sz="24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br>
            <a:r>
              <a:rPr kumimoji="0" lang="en-US" altLang="en-US" sz="24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name = </a:t>
            </a:r>
            <a:r>
              <a:rPr kumimoji="0" lang="en-US" altLang="en-US" sz="2400" b="0" i="0" u="none" strike="noStrike" cap="none" normalizeH="0" baseline="0" dirty="0">
                <a:ln>
                  <a:noFill/>
                </a:ln>
                <a:solidFill>
                  <a:srgbClr val="000080"/>
                </a:solidFill>
                <a:effectLst/>
                <a:latin typeface="Courier New" panose="02070309020205020404" pitchFamily="49" charset="0"/>
                <a:cs typeface="Courier New" panose="02070309020205020404" pitchFamily="49" charset="0"/>
              </a:rPr>
              <a:t>input</a:t>
            </a:r>
            <a:r>
              <a:rPr kumimoji="0" lang="en-US" altLang="en-US" sz="24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a:t>
            </a:r>
            <a:br>
              <a:rPr kumimoji="0" lang="en-US" altLang="en-US" sz="24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br>
            <a:r>
              <a:rPr kumimoji="0" lang="en-US" altLang="en-US" sz="24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elapsed = clock() - </a:t>
            </a:r>
            <a:r>
              <a:rPr kumimoji="0" lang="en-US" altLang="en-US" sz="2400" b="0" i="0" u="none" strike="noStrike" cap="none" normalizeH="0" baseline="0" dirty="0" err="1">
                <a:ln>
                  <a:noFill/>
                </a:ln>
                <a:solidFill>
                  <a:srgbClr val="000000"/>
                </a:solidFill>
                <a:effectLst/>
                <a:latin typeface="Courier New" panose="02070309020205020404" pitchFamily="49" charset="0"/>
                <a:cs typeface="Courier New" panose="02070309020205020404" pitchFamily="49" charset="0"/>
              </a:rPr>
              <a:t>start_time</a:t>
            </a:r>
            <a:br>
              <a:rPr kumimoji="0" lang="en-US" altLang="en-US" sz="24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br>
            <a:r>
              <a:rPr kumimoji="0" lang="en-US" altLang="en-US" sz="2400" b="0" i="0" u="none" strike="noStrike" cap="none" normalizeH="0" baseline="0" dirty="0">
                <a:ln>
                  <a:noFill/>
                </a:ln>
                <a:solidFill>
                  <a:srgbClr val="000080"/>
                </a:solidFill>
                <a:effectLst/>
                <a:latin typeface="Courier New" panose="02070309020205020404" pitchFamily="49" charset="0"/>
                <a:cs typeface="Courier New" panose="02070309020205020404" pitchFamily="49" charset="0"/>
              </a:rPr>
              <a:t>print</a:t>
            </a:r>
            <a:r>
              <a:rPr kumimoji="0" lang="en-US" altLang="en-US" sz="24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(name, </a:t>
            </a:r>
            <a:r>
              <a:rPr kumimoji="0" lang="en-US" altLang="en-US" sz="2400" b="1" i="0" u="none" strike="noStrike" cap="none" normalizeH="0" baseline="0" dirty="0">
                <a:ln>
                  <a:noFill/>
                </a:ln>
                <a:solidFill>
                  <a:srgbClr val="008080"/>
                </a:solidFill>
                <a:effectLst/>
                <a:latin typeface="Courier New" panose="02070309020205020404" pitchFamily="49" charset="0"/>
                <a:cs typeface="Courier New" panose="02070309020205020404" pitchFamily="49" charset="0"/>
              </a:rPr>
              <a:t>"it took you"</a:t>
            </a:r>
            <a:r>
              <a:rPr kumimoji="0" lang="en-US" altLang="en-US" sz="24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elapsed, </a:t>
            </a:r>
            <a:r>
              <a:rPr kumimoji="0" lang="en-US" altLang="en-US" sz="2400" b="1" i="0" u="none" strike="noStrike" cap="none" normalizeH="0" baseline="0" dirty="0">
                <a:ln>
                  <a:noFill/>
                </a:ln>
                <a:solidFill>
                  <a:srgbClr val="008080"/>
                </a:solidFill>
                <a:effectLst/>
                <a:latin typeface="Courier New" panose="02070309020205020404" pitchFamily="49" charset="0"/>
                <a:cs typeface="Courier New" panose="02070309020205020404" pitchFamily="49" charset="0"/>
              </a:rPr>
              <a:t>"seconds to respond"</a:t>
            </a:r>
            <a:r>
              <a:rPr kumimoji="0" lang="en-US" altLang="en-US" sz="24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a:t>
            </a:r>
            <a:endParaRPr kumimoji="0" lang="en-US" altLang="en-US" sz="24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1853380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AD2704CE-C6D1-41A0-8FEA-203853D2A9FD}"/>
              </a:ext>
            </a:extLst>
          </p:cNvPr>
          <p:cNvSpPr>
            <a:spLocks noGrp="1"/>
          </p:cNvSpPr>
          <p:nvPr>
            <p:ph type="title"/>
          </p:nvPr>
        </p:nvSpPr>
        <p:spPr>
          <a:xfrm>
            <a:off x="152401" y="0"/>
            <a:ext cx="9028112" cy="914400"/>
          </a:xfrm>
        </p:spPr>
        <p:txBody>
          <a:bodyPr/>
          <a:lstStyle/>
          <a:p>
            <a:pPr marL="514350" indent="-514350" algn="l">
              <a:lnSpc>
                <a:spcPct val="150000"/>
              </a:lnSpc>
              <a:spcBef>
                <a:spcPts val="1000"/>
              </a:spcBef>
              <a:buClr>
                <a:srgbClr val="215D9F"/>
              </a:buClr>
              <a:buFont typeface="+mj-lt"/>
              <a:buAutoNum type="arabicPeriod"/>
            </a:pPr>
            <a:r>
              <a:rPr lang="en-US" sz="3200">
                <a:solidFill>
                  <a:srgbClr val="0070C0"/>
                </a:solidFill>
              </a:rPr>
              <a:t>Hàm từ thư viện có sẵn</a:t>
            </a:r>
          </a:p>
        </p:txBody>
      </p:sp>
      <p:sp>
        <p:nvSpPr>
          <p:cNvPr id="6147" name="Content Placeholder 2">
            <a:extLst>
              <a:ext uri="{FF2B5EF4-FFF2-40B4-BE49-F238E27FC236}">
                <a16:creationId xmlns:a16="http://schemas.microsoft.com/office/drawing/2014/main" id="{B389CA34-20DF-451F-B09F-9A7C082A79F9}"/>
              </a:ext>
            </a:extLst>
          </p:cNvPr>
          <p:cNvSpPr>
            <a:spLocks noGrp="1"/>
          </p:cNvSpPr>
          <p:nvPr>
            <p:ph idx="1"/>
          </p:nvPr>
        </p:nvSpPr>
        <p:spPr>
          <a:xfrm>
            <a:off x="303212" y="1051132"/>
            <a:ext cx="8534401" cy="5502068"/>
          </a:xfrm>
        </p:spPr>
        <p:txBody>
          <a:bodyPr/>
          <a:lstStyle/>
          <a:p>
            <a:pPr algn="just">
              <a:lnSpc>
                <a:spcPct val="150000"/>
              </a:lnSpc>
            </a:pPr>
            <a:r>
              <a:rPr lang="en-US" sz="2800" b="1" dirty="0" err="1">
                <a:latin typeface="Cambria" panose="02040503050406030204" pitchFamily="18" charset="0"/>
              </a:rPr>
              <a:t>Hàm</a:t>
            </a:r>
            <a:r>
              <a:rPr lang="en-US" sz="2800" b="1" dirty="0">
                <a:latin typeface="Cambria" panose="02040503050406030204" pitchFamily="18" charset="0"/>
              </a:rPr>
              <a:t> sleep</a:t>
            </a:r>
            <a:r>
              <a:rPr lang="en-US" sz="2800" dirty="0">
                <a:latin typeface="Cambria" panose="02040503050406030204" pitchFamily="18" charset="0"/>
              </a:rPr>
              <a:t>: </a:t>
            </a:r>
            <a:r>
              <a:rPr lang="en-US" sz="2800" dirty="0" err="1">
                <a:latin typeface="Cambria" panose="02040503050406030204" pitchFamily="18" charset="0"/>
              </a:rPr>
              <a:t>Tạm</a:t>
            </a:r>
            <a:r>
              <a:rPr lang="en-US" sz="2800" dirty="0">
                <a:latin typeface="Cambria" panose="02040503050406030204" pitchFamily="18" charset="0"/>
              </a:rPr>
              <a:t> </a:t>
            </a:r>
            <a:r>
              <a:rPr lang="en-US" sz="2800" dirty="0" err="1">
                <a:latin typeface="Cambria" panose="02040503050406030204" pitchFamily="18" charset="0"/>
              </a:rPr>
              <a:t>dừng</a:t>
            </a:r>
            <a:r>
              <a:rPr lang="en-US" sz="2800" dirty="0">
                <a:latin typeface="Cambria" panose="02040503050406030204" pitchFamily="18" charset="0"/>
              </a:rPr>
              <a:t> </a:t>
            </a:r>
            <a:r>
              <a:rPr lang="en-US" sz="2800" dirty="0" err="1">
                <a:latin typeface="Cambria" panose="02040503050406030204" pitchFamily="18" charset="0"/>
              </a:rPr>
              <a:t>quá</a:t>
            </a:r>
            <a:r>
              <a:rPr lang="en-US" sz="2800" dirty="0">
                <a:latin typeface="Cambria" panose="02040503050406030204" pitchFamily="18" charset="0"/>
              </a:rPr>
              <a:t> </a:t>
            </a:r>
            <a:r>
              <a:rPr lang="en-US" sz="2800" dirty="0" err="1">
                <a:latin typeface="Cambria" panose="02040503050406030204" pitchFamily="18" charset="0"/>
              </a:rPr>
              <a:t>trình</a:t>
            </a:r>
            <a:r>
              <a:rPr lang="en-US" sz="2800" dirty="0">
                <a:latin typeface="Cambria" panose="02040503050406030204" pitchFamily="18" charset="0"/>
              </a:rPr>
              <a:t> </a:t>
            </a:r>
            <a:r>
              <a:rPr lang="en-US" sz="2800" dirty="0" err="1">
                <a:latin typeface="Cambria" panose="02040503050406030204" pitchFamily="18" charset="0"/>
              </a:rPr>
              <a:t>chạy</a:t>
            </a:r>
            <a:r>
              <a:rPr lang="en-US" sz="2800" dirty="0">
                <a:latin typeface="Cambria" panose="02040503050406030204" pitchFamily="18" charset="0"/>
              </a:rPr>
              <a:t> </a:t>
            </a:r>
            <a:r>
              <a:rPr lang="en-US" sz="2800" dirty="0" err="1">
                <a:latin typeface="Cambria" panose="02040503050406030204" pitchFamily="18" charset="0"/>
              </a:rPr>
              <a:t>trong</a:t>
            </a:r>
            <a:r>
              <a:rPr lang="en-US" sz="2800" dirty="0">
                <a:latin typeface="Cambria" panose="02040503050406030204" pitchFamily="18" charset="0"/>
              </a:rPr>
              <a:t> </a:t>
            </a:r>
            <a:r>
              <a:rPr lang="en-US" sz="2800" dirty="0" err="1">
                <a:latin typeface="Cambria" panose="02040503050406030204" pitchFamily="18" charset="0"/>
              </a:rPr>
              <a:t>một</a:t>
            </a:r>
            <a:r>
              <a:rPr lang="en-US" sz="2800" dirty="0">
                <a:latin typeface="Cambria" panose="02040503050406030204" pitchFamily="18" charset="0"/>
              </a:rPr>
              <a:t> </a:t>
            </a:r>
            <a:r>
              <a:rPr lang="en-US" sz="2800" dirty="0" err="1">
                <a:latin typeface="Cambria" panose="02040503050406030204" pitchFamily="18" charset="0"/>
              </a:rPr>
              <a:t>đ</a:t>
            </a:r>
            <a:r>
              <a:rPr lang="vi-VN" sz="2800" dirty="0">
                <a:latin typeface="Cambria" panose="02040503050406030204" pitchFamily="18" charset="0"/>
              </a:rPr>
              <a:t>ơ</a:t>
            </a:r>
            <a:r>
              <a:rPr lang="en-US" sz="2800" dirty="0">
                <a:latin typeface="Cambria" panose="02040503050406030204" pitchFamily="18" charset="0"/>
              </a:rPr>
              <a:t>n </a:t>
            </a:r>
            <a:r>
              <a:rPr lang="en-US" sz="2800" dirty="0" err="1">
                <a:latin typeface="Cambria" panose="02040503050406030204" pitchFamily="18" charset="0"/>
              </a:rPr>
              <a:t>vị</a:t>
            </a:r>
            <a:r>
              <a:rPr lang="en-US" sz="2800" dirty="0">
                <a:latin typeface="Cambria" panose="02040503050406030204" pitchFamily="18" charset="0"/>
              </a:rPr>
              <a:t> </a:t>
            </a:r>
            <a:r>
              <a:rPr lang="en-US" sz="2800" dirty="0" err="1">
                <a:latin typeface="Cambria" panose="02040503050406030204" pitchFamily="18" charset="0"/>
              </a:rPr>
              <a:t>thời</a:t>
            </a:r>
            <a:r>
              <a:rPr lang="en-US" sz="2800" dirty="0">
                <a:latin typeface="Cambria" panose="02040503050406030204" pitchFamily="18" charset="0"/>
              </a:rPr>
              <a:t> </a:t>
            </a:r>
            <a:r>
              <a:rPr lang="en-US" sz="2800" dirty="0" err="1">
                <a:latin typeface="Cambria" panose="02040503050406030204" pitchFamily="18" charset="0"/>
              </a:rPr>
              <a:t>gian</a:t>
            </a:r>
            <a:r>
              <a:rPr lang="en-US" sz="2800" dirty="0">
                <a:latin typeface="Cambria" panose="02040503050406030204" pitchFamily="18" charset="0"/>
              </a:rPr>
              <a:t> </a:t>
            </a:r>
            <a:r>
              <a:rPr lang="en-US" sz="2800" dirty="0" err="1">
                <a:latin typeface="Cambria" panose="02040503050406030204" pitchFamily="18" charset="0"/>
              </a:rPr>
              <a:t>nào</a:t>
            </a:r>
            <a:r>
              <a:rPr lang="en-US" sz="2800" dirty="0">
                <a:latin typeface="Cambria" panose="02040503050406030204" pitchFamily="18" charset="0"/>
              </a:rPr>
              <a:t> </a:t>
            </a:r>
            <a:r>
              <a:rPr lang="en-US" sz="2800" dirty="0" err="1">
                <a:latin typeface="Cambria" panose="02040503050406030204" pitchFamily="18" charset="0"/>
              </a:rPr>
              <a:t>đó</a:t>
            </a:r>
            <a:r>
              <a:rPr lang="en-US" sz="2800" dirty="0">
                <a:latin typeface="Cambria" panose="02040503050406030204" pitchFamily="18" charset="0"/>
              </a:rPr>
              <a:t>. </a:t>
            </a:r>
            <a:r>
              <a:rPr lang="en-US" sz="2800" dirty="0" err="1">
                <a:latin typeface="Cambria" panose="02040503050406030204" pitchFamily="18" charset="0"/>
              </a:rPr>
              <a:t>Thay</a:t>
            </a:r>
            <a:r>
              <a:rPr lang="en-US" sz="2800" dirty="0">
                <a:latin typeface="Cambria" panose="02040503050406030204" pitchFamily="18" charset="0"/>
              </a:rPr>
              <a:t> </a:t>
            </a:r>
            <a:r>
              <a:rPr lang="en-US" sz="2800" dirty="0" err="1">
                <a:latin typeface="Cambria" panose="02040503050406030204" pitchFamily="18" charset="0"/>
              </a:rPr>
              <a:t>vì</a:t>
            </a:r>
            <a:r>
              <a:rPr lang="en-US" sz="2800" dirty="0">
                <a:latin typeface="Cambria" panose="02040503050406030204" pitchFamily="18" charset="0"/>
              </a:rPr>
              <a:t> </a:t>
            </a:r>
            <a:r>
              <a:rPr lang="en-US" sz="2800" dirty="0" err="1">
                <a:latin typeface="Cambria" panose="02040503050406030204" pitchFamily="18" charset="0"/>
              </a:rPr>
              <a:t>ch</a:t>
            </a:r>
            <a:r>
              <a:rPr lang="vi-VN" sz="2800" dirty="0">
                <a:latin typeface="Cambria" panose="02040503050406030204" pitchFamily="18" charset="0"/>
              </a:rPr>
              <a:t>ư</a:t>
            </a:r>
            <a:r>
              <a:rPr lang="en-US" sz="2800" dirty="0" err="1">
                <a:latin typeface="Cambria" panose="02040503050406030204" pitchFamily="18" charset="0"/>
              </a:rPr>
              <a:t>ơng</a:t>
            </a:r>
            <a:r>
              <a:rPr lang="en-US" sz="2800" dirty="0">
                <a:latin typeface="Cambria" panose="02040503050406030204" pitchFamily="18" charset="0"/>
              </a:rPr>
              <a:t> </a:t>
            </a:r>
            <a:r>
              <a:rPr lang="en-US" sz="2800" dirty="0" err="1">
                <a:latin typeface="Cambria" panose="02040503050406030204" pitchFamily="18" charset="0"/>
              </a:rPr>
              <a:t>trình</a:t>
            </a:r>
            <a:r>
              <a:rPr lang="en-US" sz="2800" dirty="0">
                <a:latin typeface="Cambria" panose="02040503050406030204" pitchFamily="18" charset="0"/>
              </a:rPr>
              <a:t> </a:t>
            </a:r>
            <a:r>
              <a:rPr lang="en-US" sz="2800" dirty="0" err="1">
                <a:latin typeface="Cambria" panose="02040503050406030204" pitchFamily="18" charset="0"/>
              </a:rPr>
              <a:t>chạy</a:t>
            </a:r>
            <a:r>
              <a:rPr lang="en-US" sz="2800" dirty="0">
                <a:latin typeface="Cambria" panose="02040503050406030204" pitchFamily="18" charset="0"/>
              </a:rPr>
              <a:t> </a:t>
            </a:r>
            <a:r>
              <a:rPr lang="en-US" sz="2800" dirty="0" err="1">
                <a:latin typeface="Cambria" panose="02040503050406030204" pitchFamily="18" charset="0"/>
              </a:rPr>
              <a:t>một</a:t>
            </a:r>
            <a:r>
              <a:rPr lang="en-US" sz="2800" dirty="0">
                <a:latin typeface="Cambria" panose="02040503050406030204" pitchFamily="18" charset="0"/>
              </a:rPr>
              <a:t> </a:t>
            </a:r>
            <a:r>
              <a:rPr lang="en-US" sz="2800" dirty="0" err="1">
                <a:latin typeface="Cambria" panose="02040503050406030204" pitchFamily="18" charset="0"/>
              </a:rPr>
              <a:t>mạch</a:t>
            </a:r>
            <a:r>
              <a:rPr lang="en-US" sz="2800" dirty="0">
                <a:latin typeface="Cambria" panose="02040503050406030204" pitchFamily="18" charset="0"/>
              </a:rPr>
              <a:t>, </a:t>
            </a:r>
            <a:r>
              <a:rPr lang="en-US" sz="2800" dirty="0" err="1">
                <a:latin typeface="Cambria" panose="02040503050406030204" pitchFamily="18" charset="0"/>
              </a:rPr>
              <a:t>khi</a:t>
            </a:r>
            <a:r>
              <a:rPr lang="en-US" sz="2800" dirty="0">
                <a:latin typeface="Cambria" panose="02040503050406030204" pitchFamily="18" charset="0"/>
              </a:rPr>
              <a:t> </a:t>
            </a:r>
            <a:r>
              <a:rPr lang="en-US" sz="2800" dirty="0" err="1">
                <a:latin typeface="Cambria" panose="02040503050406030204" pitchFamily="18" charset="0"/>
              </a:rPr>
              <a:t>gặp</a:t>
            </a:r>
            <a:r>
              <a:rPr lang="en-US" sz="2800" dirty="0">
                <a:latin typeface="Cambria" panose="02040503050406030204" pitchFamily="18" charset="0"/>
              </a:rPr>
              <a:t> sleep </a:t>
            </a:r>
            <a:r>
              <a:rPr lang="en-US" sz="2800" dirty="0" err="1">
                <a:latin typeface="Cambria" panose="02040503050406030204" pitchFamily="18" charset="0"/>
              </a:rPr>
              <a:t>nó</a:t>
            </a:r>
            <a:r>
              <a:rPr lang="en-US" sz="2800" dirty="0">
                <a:latin typeface="Cambria" panose="02040503050406030204" pitchFamily="18" charset="0"/>
              </a:rPr>
              <a:t> </a:t>
            </a:r>
            <a:r>
              <a:rPr lang="en-US" sz="2800" dirty="0" err="1">
                <a:latin typeface="Cambria" panose="02040503050406030204" pitchFamily="18" charset="0"/>
              </a:rPr>
              <a:t>sẽ</a:t>
            </a:r>
            <a:r>
              <a:rPr lang="en-US" sz="2800" dirty="0">
                <a:latin typeface="Cambria" panose="02040503050406030204" pitchFamily="18" charset="0"/>
              </a:rPr>
              <a:t> </a:t>
            </a:r>
            <a:r>
              <a:rPr lang="en-US" sz="2800" dirty="0" err="1">
                <a:latin typeface="Cambria" panose="02040503050406030204" pitchFamily="18" charset="0"/>
              </a:rPr>
              <a:t>tạm</a:t>
            </a:r>
            <a:r>
              <a:rPr lang="en-US" sz="2800" dirty="0">
                <a:latin typeface="Cambria" panose="02040503050406030204" pitchFamily="18" charset="0"/>
              </a:rPr>
              <a:t> </a:t>
            </a:r>
            <a:r>
              <a:rPr lang="en-US" sz="2800" dirty="0" err="1">
                <a:latin typeface="Cambria" panose="02040503050406030204" pitchFamily="18" charset="0"/>
              </a:rPr>
              <a:t>dừng</a:t>
            </a:r>
            <a:r>
              <a:rPr lang="en-US" sz="2800" dirty="0">
                <a:latin typeface="Cambria" panose="02040503050406030204" pitchFamily="18" charset="0"/>
              </a:rPr>
              <a:t> </a:t>
            </a:r>
            <a:r>
              <a:rPr lang="en-US" sz="2800" dirty="0" err="1">
                <a:latin typeface="Cambria" panose="02040503050406030204" pitchFamily="18" charset="0"/>
              </a:rPr>
              <a:t>lại</a:t>
            </a:r>
            <a:endParaRPr lang="en-US" sz="2800" dirty="0">
              <a:latin typeface="Cambria" panose="02040503050406030204" pitchFamily="18" charset="0"/>
            </a:endParaRPr>
          </a:p>
          <a:p>
            <a:pPr algn="just">
              <a:lnSpc>
                <a:spcPct val="150000"/>
              </a:lnSpc>
            </a:pPr>
            <a:r>
              <a:rPr lang="en-US" sz="2800" dirty="0" err="1">
                <a:latin typeface="Cambria" panose="02040503050406030204" pitchFamily="18" charset="0"/>
              </a:rPr>
              <a:t>Ví</a:t>
            </a:r>
            <a:r>
              <a:rPr lang="en-US" sz="2800" dirty="0">
                <a:latin typeface="Cambria" panose="02040503050406030204" pitchFamily="18" charset="0"/>
              </a:rPr>
              <a:t> </a:t>
            </a:r>
            <a:r>
              <a:rPr lang="en-US" sz="2800" dirty="0" err="1">
                <a:latin typeface="Cambria" panose="02040503050406030204" pitchFamily="18" charset="0"/>
              </a:rPr>
              <a:t>dụ</a:t>
            </a:r>
            <a:r>
              <a:rPr lang="en-US" sz="2800" dirty="0">
                <a:latin typeface="Cambria" panose="02040503050406030204" pitchFamily="18" charset="0"/>
              </a:rPr>
              <a:t>:</a:t>
            </a:r>
          </a:p>
        </p:txBody>
      </p:sp>
      <p:sp>
        <p:nvSpPr>
          <p:cNvPr id="6148" name="Slide Number Placeholder 3">
            <a:extLst>
              <a:ext uri="{FF2B5EF4-FFF2-40B4-BE49-F238E27FC236}">
                <a16:creationId xmlns:a16="http://schemas.microsoft.com/office/drawing/2014/main" id="{6387F6B7-3E78-4DC2-ACF4-7A9010C88B16}"/>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E46C0A"/>
              </a:buClr>
              <a:buFont typeface="Wingdings" panose="05000000000000000000" pitchFamily="2" charset="2"/>
              <a:buChar char="v"/>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742950" indent="-285750">
              <a:spcBef>
                <a:spcPct val="20000"/>
              </a:spcBef>
              <a:buClr>
                <a:srgbClr val="E46C0A"/>
              </a:buClr>
              <a:buFont typeface="Wingdings" panose="05000000000000000000" pitchFamily="2" charset="2"/>
              <a:buChar char="q"/>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marL="1143000" indent="-228600">
              <a:spcBef>
                <a:spcPct val="20000"/>
              </a:spcBef>
              <a:buClr>
                <a:srgbClr val="E46C0A"/>
              </a:buClr>
              <a:buFont typeface="Wingdings" panose="05000000000000000000" pitchFamily="2" charset="2"/>
              <a:buChar char="Ø"/>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3pPr>
            <a:lvl4pPr marL="1600200" indent="-228600">
              <a:spcBef>
                <a:spcPct val="20000"/>
              </a:spcBef>
              <a:buClr>
                <a:srgbClr val="E46C0A"/>
              </a:buClr>
              <a:buFont typeface="Courier New" panose="02070309020205020404" pitchFamily="49" charset="0"/>
              <a:buChar char="o"/>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4pPr>
            <a:lvl5pPr marL="2057400" indent="-228600">
              <a:spcBef>
                <a:spcPct val="20000"/>
              </a:spcBef>
              <a:buFont typeface="Arial" panose="020B0604020202020204" pitchFamily="34" charset="0"/>
              <a:buChar char="»"/>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9pPr>
          </a:lstStyle>
          <a:p>
            <a:pPr>
              <a:spcBef>
                <a:spcPct val="0"/>
              </a:spcBef>
              <a:buClrTx/>
              <a:buFontTx/>
              <a:buNone/>
            </a:pPr>
            <a:fld id="{E4B56E55-BAAA-4880-94A1-7A8094250C64}" type="slidenum">
              <a:rPr lang="en-US" altLang="en-US" sz="1400" smtClean="0">
                <a:solidFill>
                  <a:srgbClr val="002060"/>
                </a:solidFill>
                <a:latin typeface="Arial" panose="020B0604020202020204" pitchFamily="34" charset="0"/>
                <a:cs typeface="Arial" panose="020B0604020202020204" pitchFamily="34" charset="0"/>
              </a:rPr>
              <a:pPr>
                <a:spcBef>
                  <a:spcPct val="0"/>
                </a:spcBef>
                <a:buClrTx/>
                <a:buFontTx/>
                <a:buNone/>
              </a:pPr>
              <a:t>8</a:t>
            </a:fld>
            <a:endParaRPr lang="en-US" altLang="en-US" sz="1400">
              <a:solidFill>
                <a:srgbClr val="002060"/>
              </a:solidFill>
              <a:latin typeface="Arial" panose="020B0604020202020204" pitchFamily="34" charset="0"/>
              <a:cs typeface="Arial" panose="020B0604020202020204" pitchFamily="34" charset="0"/>
            </a:endParaRPr>
          </a:p>
        </p:txBody>
      </p:sp>
      <p:sp>
        <p:nvSpPr>
          <p:cNvPr id="17" name="Rectangle 1">
            <a:extLst>
              <a:ext uri="{FF2B5EF4-FFF2-40B4-BE49-F238E27FC236}">
                <a16:creationId xmlns:a16="http://schemas.microsoft.com/office/drawing/2014/main" id="{BA533705-EC50-4DB4-80D9-EA43F1341656}"/>
              </a:ext>
            </a:extLst>
          </p:cNvPr>
          <p:cNvSpPr>
            <a:spLocks noChangeArrowheads="1"/>
          </p:cNvSpPr>
          <p:nvPr/>
        </p:nvSpPr>
        <p:spPr bwMode="auto">
          <a:xfrm>
            <a:off x="457200" y="3860502"/>
            <a:ext cx="8666155" cy="2308324"/>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rgbClr val="000080"/>
                </a:solidFill>
                <a:effectLst/>
                <a:latin typeface="Courier New" panose="02070309020205020404" pitchFamily="49" charset="0"/>
                <a:cs typeface="Courier New" panose="02070309020205020404" pitchFamily="49" charset="0"/>
              </a:rPr>
              <a:t>from </a:t>
            </a:r>
            <a:r>
              <a:rPr kumimoji="0" lang="en-US" altLang="en-US" sz="24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time </a:t>
            </a:r>
            <a:r>
              <a:rPr kumimoji="0" lang="en-US" altLang="en-US" sz="2400" b="1" i="0" u="none" strike="noStrike" cap="none" normalizeH="0" baseline="0" dirty="0">
                <a:ln>
                  <a:noFill/>
                </a:ln>
                <a:solidFill>
                  <a:srgbClr val="000080"/>
                </a:solidFill>
                <a:effectLst/>
                <a:latin typeface="Courier New" panose="02070309020205020404" pitchFamily="49" charset="0"/>
                <a:cs typeface="Courier New" panose="02070309020205020404" pitchFamily="49" charset="0"/>
              </a:rPr>
              <a:t>import </a:t>
            </a:r>
            <a:r>
              <a:rPr kumimoji="0" lang="en-US" altLang="en-US" sz="24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sleep</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endParaRPr>
          </a:p>
          <a:p>
            <a:pPr lvl="0"/>
            <a:r>
              <a:rPr lang="en-US" altLang="en-US" sz="2400" i="1" dirty="0">
                <a:solidFill>
                  <a:srgbClr val="808080"/>
                </a:solidFill>
                <a:latin typeface="Courier New" panose="02070309020205020404" pitchFamily="49" charset="0"/>
                <a:cs typeface="Courier New" panose="02070309020205020404" pitchFamily="49" charset="0"/>
              </a:rPr>
              <a:t># Range 10, 9, 8, ..., 0</a:t>
            </a:r>
            <a:br>
              <a:rPr lang="en-US" altLang="en-US" sz="2400" i="1" dirty="0">
                <a:solidFill>
                  <a:srgbClr val="808080"/>
                </a:solidFill>
                <a:latin typeface="Courier New" panose="02070309020205020404" pitchFamily="49" charset="0"/>
                <a:cs typeface="Courier New" panose="02070309020205020404" pitchFamily="49" charset="0"/>
              </a:rPr>
            </a:br>
            <a:r>
              <a:rPr kumimoji="0" lang="en-US" altLang="en-US" sz="2400" b="1" i="0" u="none" strike="noStrike" cap="none" normalizeH="0" baseline="0" dirty="0">
                <a:ln>
                  <a:noFill/>
                </a:ln>
                <a:solidFill>
                  <a:srgbClr val="000080"/>
                </a:solidFill>
                <a:effectLst/>
                <a:latin typeface="Courier New" panose="02070309020205020404" pitchFamily="49" charset="0"/>
                <a:cs typeface="Courier New" panose="02070309020205020404" pitchFamily="49" charset="0"/>
              </a:rPr>
              <a:t>for </a:t>
            </a:r>
            <a:r>
              <a:rPr kumimoji="0" lang="en-US" altLang="en-US" sz="24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count </a:t>
            </a:r>
            <a:r>
              <a:rPr kumimoji="0" lang="en-US" altLang="en-US" sz="2400" b="1" i="0" u="none" strike="noStrike" cap="none" normalizeH="0" baseline="0" dirty="0">
                <a:ln>
                  <a:noFill/>
                </a:ln>
                <a:solidFill>
                  <a:srgbClr val="000080"/>
                </a:solidFill>
                <a:effectLst/>
                <a:latin typeface="Courier New" panose="02070309020205020404" pitchFamily="49" charset="0"/>
                <a:cs typeface="Courier New" panose="02070309020205020404" pitchFamily="49" charset="0"/>
              </a:rPr>
              <a:t>in </a:t>
            </a:r>
            <a:r>
              <a:rPr kumimoji="0" lang="en-US" altLang="en-US" sz="2400" b="0" i="0" u="none" strike="noStrike" cap="none" normalizeH="0" baseline="0" dirty="0">
                <a:ln>
                  <a:noFill/>
                </a:ln>
                <a:solidFill>
                  <a:srgbClr val="000080"/>
                </a:solidFill>
                <a:effectLst/>
                <a:latin typeface="Courier New" panose="02070309020205020404" pitchFamily="49" charset="0"/>
                <a:cs typeface="Courier New" panose="02070309020205020404" pitchFamily="49" charset="0"/>
              </a:rPr>
              <a:t>range</a:t>
            </a:r>
            <a:r>
              <a:rPr kumimoji="0" lang="en-US" altLang="en-US" sz="24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a:t>
            </a:r>
            <a:r>
              <a:rPr kumimoji="0" lang="en-US" altLang="en-US" sz="2400" b="0" i="0" u="none" strike="noStrike" cap="none" normalizeH="0" baseline="0" dirty="0">
                <a:ln>
                  <a:noFill/>
                </a:ln>
                <a:solidFill>
                  <a:srgbClr val="0000FF"/>
                </a:solidFill>
                <a:effectLst/>
                <a:latin typeface="Courier New" panose="02070309020205020404" pitchFamily="49" charset="0"/>
                <a:cs typeface="Courier New" panose="02070309020205020404" pitchFamily="49" charset="0"/>
              </a:rPr>
              <a:t>10</a:t>
            </a:r>
            <a:r>
              <a:rPr kumimoji="0" lang="en-US" altLang="en-US" sz="24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en-US" altLang="en-US" sz="2400" b="0" i="0" u="none" strike="noStrike" cap="none" normalizeH="0" baseline="0" dirty="0">
                <a:ln>
                  <a:noFill/>
                </a:ln>
                <a:solidFill>
                  <a:srgbClr val="0000FF"/>
                </a:solidFill>
                <a:effectLst/>
                <a:latin typeface="Courier New" panose="02070309020205020404" pitchFamily="49" charset="0"/>
                <a:cs typeface="Courier New" panose="02070309020205020404" pitchFamily="49" charset="0"/>
              </a:rPr>
              <a:t>1</a:t>
            </a:r>
            <a:r>
              <a:rPr kumimoji="0" lang="en-US" altLang="en-US" sz="24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en-US" altLang="en-US" sz="2400" b="0" i="0" u="none" strike="noStrike" cap="none" normalizeH="0" baseline="0" dirty="0">
                <a:ln>
                  <a:noFill/>
                </a:ln>
                <a:solidFill>
                  <a:srgbClr val="0000FF"/>
                </a:solidFill>
                <a:effectLst/>
                <a:latin typeface="Courier New" panose="02070309020205020404" pitchFamily="49" charset="0"/>
                <a:cs typeface="Courier New" panose="02070309020205020404" pitchFamily="49" charset="0"/>
              </a:rPr>
              <a:t>1</a:t>
            </a:r>
            <a:r>
              <a:rPr kumimoji="0" lang="en-US" altLang="en-US" sz="24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p>
          <a:p>
            <a:pPr lvl="0"/>
            <a:r>
              <a:rPr lang="en-US" altLang="en-US" sz="2400" dirty="0">
                <a:solidFill>
                  <a:srgbClr val="000000"/>
                </a:solidFill>
                <a:latin typeface="Courier New" panose="02070309020205020404" pitchFamily="49" charset="0"/>
                <a:cs typeface="Courier New" panose="02070309020205020404" pitchFamily="49" charset="0"/>
              </a:rPr>
              <a:t>	</a:t>
            </a:r>
            <a:r>
              <a:rPr kumimoji="0" lang="en-US" altLang="en-US" sz="2400" b="0" i="0" u="none" strike="noStrike" cap="none" normalizeH="0" baseline="0" dirty="0">
                <a:ln>
                  <a:noFill/>
                </a:ln>
                <a:solidFill>
                  <a:srgbClr val="000080"/>
                </a:solidFill>
                <a:effectLst/>
                <a:latin typeface="Courier New" panose="02070309020205020404" pitchFamily="49" charset="0"/>
                <a:cs typeface="Courier New" panose="02070309020205020404" pitchFamily="49" charset="0"/>
              </a:rPr>
              <a:t>print</a:t>
            </a:r>
            <a:r>
              <a:rPr kumimoji="0" lang="en-US" altLang="en-US" sz="24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(count) </a:t>
            </a:r>
            <a:r>
              <a:rPr kumimoji="0" lang="en-US" altLang="en-US" sz="2400" b="0" i="1" u="none" strike="noStrike" cap="none" normalizeH="0" baseline="0" dirty="0">
                <a:ln>
                  <a:noFill/>
                </a:ln>
                <a:solidFill>
                  <a:srgbClr val="808080"/>
                </a:solidFill>
                <a:effectLst/>
                <a:latin typeface="Courier New" panose="02070309020205020404" pitchFamily="49" charset="0"/>
                <a:cs typeface="Courier New" panose="02070309020205020404" pitchFamily="49" charset="0"/>
              </a:rPr>
              <a:t># Display the count</a:t>
            </a:r>
            <a:br>
              <a:rPr kumimoji="0" lang="en-US" altLang="en-US" sz="2400" b="0" i="1" u="none" strike="noStrike" cap="none" normalizeH="0" baseline="0" dirty="0">
                <a:ln>
                  <a:noFill/>
                </a:ln>
                <a:solidFill>
                  <a:srgbClr val="808080"/>
                </a:solidFill>
                <a:effectLst/>
                <a:latin typeface="Courier New" panose="02070309020205020404" pitchFamily="49" charset="0"/>
                <a:cs typeface="Courier New" panose="02070309020205020404" pitchFamily="49" charset="0"/>
              </a:rPr>
            </a:br>
            <a:r>
              <a:rPr kumimoji="0" lang="en-US" altLang="en-US" sz="2400" b="0" i="1" u="none" strike="noStrike" cap="none" normalizeH="0" baseline="0" dirty="0">
                <a:ln>
                  <a:noFill/>
                </a:ln>
                <a:solidFill>
                  <a:srgbClr val="808080"/>
                </a:solidFill>
                <a:effectLst/>
                <a:latin typeface="Courier New" panose="02070309020205020404" pitchFamily="49" charset="0"/>
                <a:cs typeface="Courier New" panose="02070309020205020404" pitchFamily="49" charset="0"/>
              </a:rPr>
              <a:t>	</a:t>
            </a:r>
            <a:r>
              <a:rPr kumimoji="0" lang="en-US" altLang="en-US" sz="24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sleep(</a:t>
            </a:r>
            <a:r>
              <a:rPr kumimoji="0" lang="en-US" altLang="en-US" sz="2400" b="0" i="0" u="none" strike="noStrike" cap="none" normalizeH="0" baseline="0" dirty="0">
                <a:ln>
                  <a:noFill/>
                </a:ln>
                <a:solidFill>
                  <a:srgbClr val="0000FF"/>
                </a:solidFill>
                <a:effectLst/>
                <a:latin typeface="Courier New" panose="02070309020205020404" pitchFamily="49" charset="0"/>
                <a:cs typeface="Courier New" panose="02070309020205020404" pitchFamily="49" charset="0"/>
              </a:rPr>
              <a:t>1</a:t>
            </a:r>
            <a:r>
              <a:rPr kumimoji="0" lang="en-US" altLang="en-US" sz="24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en-US" altLang="en-US" sz="2400" b="0" i="1" u="none" strike="noStrike" cap="none" normalizeH="0" baseline="0" dirty="0">
                <a:ln>
                  <a:noFill/>
                </a:ln>
                <a:solidFill>
                  <a:srgbClr val="808080"/>
                </a:solidFill>
                <a:effectLst/>
                <a:latin typeface="Courier New" panose="02070309020205020404" pitchFamily="49" charset="0"/>
                <a:cs typeface="Courier New" panose="02070309020205020404" pitchFamily="49" charset="0"/>
              </a:rPr>
              <a:t># Suspend execution for 1 second</a:t>
            </a:r>
            <a:endParaRPr kumimoji="0" lang="en-US" altLang="en-US" sz="24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3887000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AD2704CE-C6D1-41A0-8FEA-203853D2A9FD}"/>
              </a:ext>
            </a:extLst>
          </p:cNvPr>
          <p:cNvSpPr>
            <a:spLocks noGrp="1"/>
          </p:cNvSpPr>
          <p:nvPr>
            <p:ph type="title"/>
          </p:nvPr>
        </p:nvSpPr>
        <p:spPr>
          <a:xfrm>
            <a:off x="152401" y="0"/>
            <a:ext cx="9028112" cy="914400"/>
          </a:xfrm>
        </p:spPr>
        <p:txBody>
          <a:bodyPr/>
          <a:lstStyle/>
          <a:p>
            <a:pPr marL="514350" indent="-514350" algn="l">
              <a:lnSpc>
                <a:spcPct val="150000"/>
              </a:lnSpc>
              <a:spcBef>
                <a:spcPts val="1000"/>
              </a:spcBef>
              <a:buClr>
                <a:srgbClr val="215D9F"/>
              </a:buClr>
              <a:buFont typeface="+mj-lt"/>
              <a:buAutoNum type="arabicPeriod"/>
            </a:pPr>
            <a:r>
              <a:rPr lang="en-US" sz="3200">
                <a:solidFill>
                  <a:srgbClr val="0070C0"/>
                </a:solidFill>
              </a:rPr>
              <a:t>Hàm từ thư viện có sẵn</a:t>
            </a:r>
          </a:p>
        </p:txBody>
      </p:sp>
      <p:sp>
        <p:nvSpPr>
          <p:cNvPr id="6147" name="Content Placeholder 2">
            <a:extLst>
              <a:ext uri="{FF2B5EF4-FFF2-40B4-BE49-F238E27FC236}">
                <a16:creationId xmlns:a16="http://schemas.microsoft.com/office/drawing/2014/main" id="{B389CA34-20DF-451F-B09F-9A7C082A79F9}"/>
              </a:ext>
            </a:extLst>
          </p:cNvPr>
          <p:cNvSpPr>
            <a:spLocks noGrp="1"/>
          </p:cNvSpPr>
          <p:nvPr>
            <p:ph idx="1"/>
          </p:nvPr>
        </p:nvSpPr>
        <p:spPr>
          <a:xfrm>
            <a:off x="303212" y="1051132"/>
            <a:ext cx="8534401" cy="5121068"/>
          </a:xfrm>
        </p:spPr>
        <p:txBody>
          <a:bodyPr/>
          <a:lstStyle/>
          <a:p>
            <a:pPr algn="just">
              <a:lnSpc>
                <a:spcPct val="150000"/>
              </a:lnSpc>
            </a:pPr>
            <a:r>
              <a:rPr lang="en-US" sz="2800" b="1" dirty="0" err="1">
                <a:latin typeface="Cambria" panose="02040503050406030204" pitchFamily="18" charset="0"/>
              </a:rPr>
              <a:t>Hàm</a:t>
            </a:r>
            <a:r>
              <a:rPr lang="en-US" sz="2800" b="1" dirty="0">
                <a:latin typeface="Cambria" panose="02040503050406030204" pitchFamily="18" charset="0"/>
              </a:rPr>
              <a:t> random</a:t>
            </a:r>
            <a:r>
              <a:rPr lang="en-US" sz="2800" dirty="0">
                <a:latin typeface="Cambria" panose="02040503050406030204" pitchFamily="18" charset="0"/>
              </a:rPr>
              <a:t>: </a:t>
            </a:r>
            <a:r>
              <a:rPr lang="en-US" sz="2800" dirty="0" err="1">
                <a:latin typeface="Cambria" panose="02040503050406030204" pitchFamily="18" charset="0"/>
              </a:rPr>
              <a:t>là</a:t>
            </a:r>
            <a:r>
              <a:rPr lang="en-US" sz="2800" dirty="0">
                <a:latin typeface="Cambria" panose="02040503050406030204" pitchFamily="18" charset="0"/>
              </a:rPr>
              <a:t> </a:t>
            </a:r>
            <a:r>
              <a:rPr lang="en-US" sz="2800" dirty="0" err="1">
                <a:latin typeface="Cambria" panose="02040503050406030204" pitchFamily="18" charset="0"/>
              </a:rPr>
              <a:t>một</a:t>
            </a:r>
            <a:r>
              <a:rPr lang="en-US" sz="2800" dirty="0">
                <a:latin typeface="Cambria" panose="02040503050406030204" pitchFamily="18" charset="0"/>
              </a:rPr>
              <a:t> </a:t>
            </a:r>
            <a:r>
              <a:rPr lang="en-US" sz="2800" dirty="0" err="1">
                <a:latin typeface="Cambria" panose="02040503050406030204" pitchFamily="18" charset="0"/>
              </a:rPr>
              <a:t>trong</a:t>
            </a:r>
            <a:r>
              <a:rPr lang="en-US" sz="2800" dirty="0">
                <a:latin typeface="Cambria" panose="02040503050406030204" pitchFamily="18" charset="0"/>
              </a:rPr>
              <a:t> </a:t>
            </a:r>
            <a:r>
              <a:rPr lang="en-US" sz="2800" dirty="0" err="1">
                <a:latin typeface="Cambria" panose="02040503050406030204" pitchFamily="18" charset="0"/>
              </a:rPr>
              <a:t>những</a:t>
            </a:r>
            <a:r>
              <a:rPr lang="en-US" sz="2800" dirty="0">
                <a:latin typeface="Cambria" panose="02040503050406030204" pitchFamily="18" charset="0"/>
              </a:rPr>
              <a:t> </a:t>
            </a:r>
            <a:r>
              <a:rPr lang="en-US" sz="2800" dirty="0" err="1">
                <a:latin typeface="Cambria" panose="02040503050406030204" pitchFamily="18" charset="0"/>
              </a:rPr>
              <a:t>hàm</a:t>
            </a:r>
            <a:r>
              <a:rPr lang="en-US" sz="2800" dirty="0">
                <a:latin typeface="Cambria" panose="02040503050406030204" pitchFamily="18" charset="0"/>
              </a:rPr>
              <a:t> </a:t>
            </a:r>
            <a:r>
              <a:rPr lang="en-US" sz="2800" dirty="0" err="1">
                <a:latin typeface="Cambria" panose="02040503050406030204" pitchFamily="18" charset="0"/>
              </a:rPr>
              <a:t>khá</a:t>
            </a:r>
            <a:r>
              <a:rPr lang="en-US" sz="2800" dirty="0">
                <a:latin typeface="Cambria" panose="02040503050406030204" pitchFamily="18" charset="0"/>
              </a:rPr>
              <a:t> </a:t>
            </a:r>
            <a:r>
              <a:rPr lang="en-US" sz="2800" dirty="0" err="1">
                <a:latin typeface="Cambria" panose="02040503050406030204" pitchFamily="18" charset="0"/>
              </a:rPr>
              <a:t>hữu</a:t>
            </a:r>
            <a:r>
              <a:rPr lang="en-US" sz="2800" dirty="0">
                <a:latin typeface="Cambria" panose="02040503050406030204" pitchFamily="18" charset="0"/>
              </a:rPr>
              <a:t> </a:t>
            </a:r>
            <a:r>
              <a:rPr lang="en-US" sz="2800" dirty="0" err="1">
                <a:latin typeface="Cambria" panose="02040503050406030204" pitchFamily="18" charset="0"/>
              </a:rPr>
              <a:t>dụng</a:t>
            </a:r>
            <a:r>
              <a:rPr lang="en-US" sz="2800" dirty="0">
                <a:latin typeface="Cambria" panose="02040503050406030204" pitchFamily="18" charset="0"/>
              </a:rPr>
              <a:t> </a:t>
            </a:r>
            <a:r>
              <a:rPr lang="en-US" sz="2800" dirty="0" err="1">
                <a:latin typeface="Cambria" panose="02040503050406030204" pitchFamily="18" charset="0"/>
              </a:rPr>
              <a:t>trong</a:t>
            </a:r>
            <a:r>
              <a:rPr lang="en-US" sz="2800" dirty="0">
                <a:latin typeface="Cambria" panose="02040503050406030204" pitchFamily="18" charset="0"/>
              </a:rPr>
              <a:t> </a:t>
            </a:r>
            <a:r>
              <a:rPr lang="en-US" sz="2800" dirty="0" err="1">
                <a:latin typeface="Cambria" panose="02040503050406030204" pitchFamily="18" charset="0"/>
              </a:rPr>
              <a:t>việc</a:t>
            </a:r>
            <a:r>
              <a:rPr lang="en-US" sz="2800" dirty="0">
                <a:latin typeface="Cambria" panose="02040503050406030204" pitchFamily="18" charset="0"/>
              </a:rPr>
              <a:t> </a:t>
            </a:r>
            <a:r>
              <a:rPr lang="en-US" sz="2800" dirty="0" err="1">
                <a:latin typeface="Cambria" panose="02040503050406030204" pitchFamily="18" charset="0"/>
              </a:rPr>
              <a:t>viết</a:t>
            </a:r>
            <a:r>
              <a:rPr lang="en-US" sz="2800" dirty="0">
                <a:latin typeface="Cambria" panose="02040503050406030204" pitchFamily="18" charset="0"/>
              </a:rPr>
              <a:t> Games, </a:t>
            </a:r>
            <a:r>
              <a:rPr lang="en-US" sz="2800" dirty="0" err="1">
                <a:latin typeface="Cambria" panose="02040503050406030204" pitchFamily="18" charset="0"/>
              </a:rPr>
              <a:t>giả</a:t>
            </a:r>
            <a:r>
              <a:rPr lang="en-US" sz="2800" dirty="0">
                <a:latin typeface="Cambria" panose="02040503050406030204" pitchFamily="18" charset="0"/>
              </a:rPr>
              <a:t> </a:t>
            </a:r>
            <a:r>
              <a:rPr lang="en-US" sz="2800" dirty="0" err="1">
                <a:latin typeface="Cambria" panose="02040503050406030204" pitchFamily="18" charset="0"/>
              </a:rPr>
              <a:t>lập</a:t>
            </a:r>
            <a:r>
              <a:rPr lang="en-US" sz="2800" dirty="0">
                <a:latin typeface="Cambria" panose="02040503050406030204" pitchFamily="18" charset="0"/>
              </a:rPr>
              <a:t> </a:t>
            </a:r>
            <a:r>
              <a:rPr lang="en-US" sz="2800" dirty="0" err="1">
                <a:latin typeface="Cambria" panose="02040503050406030204" pitchFamily="18" charset="0"/>
              </a:rPr>
              <a:t>dữ</a:t>
            </a:r>
            <a:r>
              <a:rPr lang="en-US" sz="2800" dirty="0">
                <a:latin typeface="Cambria" panose="02040503050406030204" pitchFamily="18" charset="0"/>
              </a:rPr>
              <a:t> </a:t>
            </a:r>
            <a:r>
              <a:rPr lang="en-US" sz="2800" dirty="0" err="1">
                <a:latin typeface="Cambria" panose="02040503050406030204" pitchFamily="18" charset="0"/>
              </a:rPr>
              <a:t>liệu</a:t>
            </a:r>
            <a:r>
              <a:rPr lang="en-US" sz="2800" dirty="0">
                <a:latin typeface="Cambria" panose="02040503050406030204" pitchFamily="18" charset="0"/>
              </a:rPr>
              <a:t>, </a:t>
            </a:r>
            <a:r>
              <a:rPr lang="en-US" sz="2800" dirty="0" err="1">
                <a:latin typeface="Cambria" panose="02040503050406030204" pitchFamily="18" charset="0"/>
              </a:rPr>
              <a:t>thống</a:t>
            </a:r>
            <a:r>
              <a:rPr lang="en-US" sz="2800" dirty="0">
                <a:latin typeface="Cambria" panose="02040503050406030204" pitchFamily="18" charset="0"/>
              </a:rPr>
              <a:t> </a:t>
            </a:r>
            <a:r>
              <a:rPr lang="en-US" sz="2800" dirty="0" err="1">
                <a:latin typeface="Cambria" panose="02040503050406030204" pitchFamily="18" charset="0"/>
              </a:rPr>
              <a:t>kê</a:t>
            </a:r>
            <a:r>
              <a:rPr lang="en-US" sz="2800" dirty="0">
                <a:latin typeface="Cambria" panose="02040503050406030204" pitchFamily="18" charset="0"/>
              </a:rPr>
              <a:t>.</a:t>
            </a:r>
          </a:p>
          <a:p>
            <a:pPr algn="just">
              <a:lnSpc>
                <a:spcPct val="150000"/>
              </a:lnSpc>
            </a:pPr>
            <a:r>
              <a:rPr lang="en-US" sz="2800" dirty="0">
                <a:latin typeface="Cambria" panose="02040503050406030204" pitchFamily="18" charset="0"/>
              </a:rPr>
              <a:t>random()</a:t>
            </a:r>
            <a:r>
              <a:rPr lang="en-US" sz="2800" dirty="0">
                <a:latin typeface="Cambria" panose="02040503050406030204" pitchFamily="18" charset="0"/>
                <a:sym typeface="Wingdings" panose="05000000000000000000" pitchFamily="2" charset="2"/>
              </a:rPr>
              <a:t> </a:t>
            </a:r>
            <a:r>
              <a:rPr lang="en-US" sz="2800" dirty="0" err="1">
                <a:latin typeface="Cambria" panose="02040503050406030204" pitchFamily="18" charset="0"/>
                <a:sym typeface="Wingdings" panose="05000000000000000000" pitchFamily="2" charset="2"/>
              </a:rPr>
              <a:t>lấy</a:t>
            </a:r>
            <a:r>
              <a:rPr lang="en-US" sz="2800" dirty="0">
                <a:latin typeface="Cambria" panose="02040503050406030204" pitchFamily="18" charset="0"/>
                <a:sym typeface="Wingdings" panose="05000000000000000000" pitchFamily="2" charset="2"/>
              </a:rPr>
              <a:t> </a:t>
            </a:r>
            <a:r>
              <a:rPr lang="en-US" sz="2800" dirty="0" err="1">
                <a:latin typeface="Cambria" panose="02040503050406030204" pitchFamily="18" charset="0"/>
                <a:sym typeface="Wingdings" panose="05000000000000000000" pitchFamily="2" charset="2"/>
              </a:rPr>
              <a:t>số</a:t>
            </a:r>
            <a:r>
              <a:rPr lang="en-US" sz="2800" dirty="0">
                <a:latin typeface="Cambria" panose="02040503050406030204" pitchFamily="18" charset="0"/>
                <a:sym typeface="Wingdings" panose="05000000000000000000" pitchFamily="2" charset="2"/>
              </a:rPr>
              <a:t> </a:t>
            </a:r>
            <a:r>
              <a:rPr lang="en-US" sz="2800" dirty="0" err="1">
                <a:latin typeface="Cambria" panose="02040503050406030204" pitchFamily="18" charset="0"/>
                <a:sym typeface="Wingdings" panose="05000000000000000000" pitchFamily="2" charset="2"/>
              </a:rPr>
              <a:t>ngẫu</a:t>
            </a:r>
            <a:r>
              <a:rPr lang="en-US" sz="2800" dirty="0">
                <a:latin typeface="Cambria" panose="02040503050406030204" pitchFamily="18" charset="0"/>
                <a:sym typeface="Wingdings" panose="05000000000000000000" pitchFamily="2" charset="2"/>
              </a:rPr>
              <a:t> </a:t>
            </a:r>
            <a:r>
              <a:rPr lang="en-US" sz="2800" dirty="0" err="1">
                <a:latin typeface="Cambria" panose="02040503050406030204" pitchFamily="18" charset="0"/>
                <a:sym typeface="Wingdings" panose="05000000000000000000" pitchFamily="2" charset="2"/>
              </a:rPr>
              <a:t>nhiên</a:t>
            </a:r>
            <a:r>
              <a:rPr lang="en-US" sz="2800" dirty="0">
                <a:latin typeface="Cambria" panose="02040503050406030204" pitchFamily="18" charset="0"/>
                <a:sym typeface="Wingdings" panose="05000000000000000000" pitchFamily="2" charset="2"/>
              </a:rPr>
              <a:t> </a:t>
            </a:r>
            <a:r>
              <a:rPr lang="en-US" sz="2800" dirty="0" err="1">
                <a:latin typeface="Cambria" panose="02040503050406030204" pitchFamily="18" charset="0"/>
                <a:sym typeface="Wingdings" panose="05000000000000000000" pitchFamily="2" charset="2"/>
              </a:rPr>
              <a:t>từ</a:t>
            </a:r>
            <a:r>
              <a:rPr lang="en-US" sz="2800" dirty="0">
                <a:latin typeface="Cambria" panose="02040503050406030204" pitchFamily="18" charset="0"/>
                <a:sym typeface="Wingdings" panose="05000000000000000000" pitchFamily="2" charset="2"/>
              </a:rPr>
              <a:t> [0-&gt;1]</a:t>
            </a:r>
          </a:p>
          <a:p>
            <a:pPr algn="just">
              <a:lnSpc>
                <a:spcPct val="150000"/>
              </a:lnSpc>
            </a:pPr>
            <a:r>
              <a:rPr lang="en-US" dirty="0" err="1"/>
              <a:t>randint</a:t>
            </a:r>
            <a:r>
              <a:rPr lang="en-US" dirty="0"/>
              <a:t>()</a:t>
            </a:r>
            <a:r>
              <a:rPr lang="en-US" sz="2800" dirty="0">
                <a:latin typeface="Cambria" panose="02040503050406030204" pitchFamily="18" charset="0"/>
                <a:sym typeface="Wingdings" panose="05000000000000000000" pitchFamily="2" charset="2"/>
              </a:rPr>
              <a:t> </a:t>
            </a:r>
            <a:endParaRPr lang="en-US" sz="2800" dirty="0">
              <a:latin typeface="Cambria" panose="02040503050406030204" pitchFamily="18" charset="0"/>
            </a:endParaRPr>
          </a:p>
          <a:p>
            <a:pPr algn="just">
              <a:lnSpc>
                <a:spcPct val="150000"/>
              </a:lnSpc>
            </a:pPr>
            <a:r>
              <a:rPr lang="en-US" sz="2800" dirty="0" err="1">
                <a:latin typeface="Cambria" panose="02040503050406030204" pitchFamily="18" charset="0"/>
              </a:rPr>
              <a:t>randrange</a:t>
            </a:r>
            <a:r>
              <a:rPr lang="en-US" sz="2800" dirty="0">
                <a:latin typeface="Cambria" panose="02040503050406030204" pitchFamily="18" charset="0"/>
              </a:rPr>
              <a:t>(</a:t>
            </a:r>
            <a:r>
              <a:rPr lang="en-US" sz="2800" dirty="0" err="1">
                <a:latin typeface="Cambria" panose="02040503050406030204" pitchFamily="18" charset="0"/>
              </a:rPr>
              <a:t>x,y</a:t>
            </a:r>
            <a:r>
              <a:rPr lang="en-US" sz="2800" dirty="0">
                <a:latin typeface="Cambria" panose="02040503050406030204" pitchFamily="18" charset="0"/>
              </a:rPr>
              <a:t>) </a:t>
            </a:r>
            <a:r>
              <a:rPr lang="en-US" sz="2800" dirty="0">
                <a:latin typeface="Cambria" panose="02040503050406030204" pitchFamily="18" charset="0"/>
                <a:sym typeface="Wingdings" panose="05000000000000000000" pitchFamily="2" charset="2"/>
              </a:rPr>
              <a:t></a:t>
            </a:r>
            <a:r>
              <a:rPr lang="en-US" sz="2800" dirty="0" err="1">
                <a:latin typeface="Cambria" panose="02040503050406030204" pitchFamily="18" charset="0"/>
                <a:sym typeface="Wingdings" panose="05000000000000000000" pitchFamily="2" charset="2"/>
              </a:rPr>
              <a:t>lấy</a:t>
            </a:r>
            <a:r>
              <a:rPr lang="en-US" sz="2800" dirty="0">
                <a:latin typeface="Cambria" panose="02040503050406030204" pitchFamily="18" charset="0"/>
                <a:sym typeface="Wingdings" panose="05000000000000000000" pitchFamily="2" charset="2"/>
              </a:rPr>
              <a:t> </a:t>
            </a:r>
            <a:r>
              <a:rPr lang="en-US" sz="2800" dirty="0" err="1">
                <a:latin typeface="Cambria" panose="02040503050406030204" pitchFamily="18" charset="0"/>
                <a:sym typeface="Wingdings" panose="05000000000000000000" pitchFamily="2" charset="2"/>
              </a:rPr>
              <a:t>số</a:t>
            </a:r>
            <a:r>
              <a:rPr lang="en-US" sz="2800" dirty="0">
                <a:latin typeface="Cambria" panose="02040503050406030204" pitchFamily="18" charset="0"/>
                <a:sym typeface="Wingdings" panose="05000000000000000000" pitchFamily="2" charset="2"/>
              </a:rPr>
              <a:t> </a:t>
            </a:r>
            <a:r>
              <a:rPr lang="en-US" sz="2800" dirty="0" err="1">
                <a:latin typeface="Cambria" panose="02040503050406030204" pitchFamily="18" charset="0"/>
                <a:sym typeface="Wingdings" panose="05000000000000000000" pitchFamily="2" charset="2"/>
              </a:rPr>
              <a:t>ngẫu</a:t>
            </a:r>
            <a:r>
              <a:rPr lang="en-US" sz="2800" dirty="0">
                <a:latin typeface="Cambria" panose="02040503050406030204" pitchFamily="18" charset="0"/>
                <a:sym typeface="Wingdings" panose="05000000000000000000" pitchFamily="2" charset="2"/>
              </a:rPr>
              <a:t> </a:t>
            </a:r>
            <a:r>
              <a:rPr lang="en-US" sz="2800" dirty="0" err="1">
                <a:latin typeface="Cambria" panose="02040503050406030204" pitchFamily="18" charset="0"/>
                <a:sym typeface="Wingdings" panose="05000000000000000000" pitchFamily="2" charset="2"/>
              </a:rPr>
              <a:t>nhiên</a:t>
            </a:r>
            <a:r>
              <a:rPr lang="en-US" sz="2800" dirty="0">
                <a:latin typeface="Cambria" panose="02040503050406030204" pitchFamily="18" charset="0"/>
                <a:sym typeface="Wingdings" panose="05000000000000000000" pitchFamily="2" charset="2"/>
              </a:rPr>
              <a:t> &gt;=x </a:t>
            </a:r>
            <a:r>
              <a:rPr lang="en-US" sz="2800" dirty="0" err="1">
                <a:latin typeface="Cambria" panose="02040503050406030204" pitchFamily="18" charset="0"/>
                <a:sym typeface="Wingdings" panose="05000000000000000000" pitchFamily="2" charset="2"/>
              </a:rPr>
              <a:t>và</a:t>
            </a:r>
            <a:r>
              <a:rPr lang="en-US" sz="2800" dirty="0">
                <a:latin typeface="Cambria" panose="02040503050406030204" pitchFamily="18" charset="0"/>
                <a:sym typeface="Wingdings" panose="05000000000000000000" pitchFamily="2" charset="2"/>
              </a:rPr>
              <a:t> &lt;y</a:t>
            </a:r>
            <a:endParaRPr lang="en-US" sz="2800" dirty="0">
              <a:latin typeface="Cambria" panose="02040503050406030204" pitchFamily="18" charset="0"/>
            </a:endParaRPr>
          </a:p>
        </p:txBody>
      </p:sp>
      <p:sp>
        <p:nvSpPr>
          <p:cNvPr id="6148" name="Slide Number Placeholder 3">
            <a:extLst>
              <a:ext uri="{FF2B5EF4-FFF2-40B4-BE49-F238E27FC236}">
                <a16:creationId xmlns:a16="http://schemas.microsoft.com/office/drawing/2014/main" id="{6387F6B7-3E78-4DC2-ACF4-7A9010C88B16}"/>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E46C0A"/>
              </a:buClr>
              <a:buFont typeface="Wingdings" panose="05000000000000000000" pitchFamily="2" charset="2"/>
              <a:buChar char="v"/>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742950" indent="-285750">
              <a:spcBef>
                <a:spcPct val="20000"/>
              </a:spcBef>
              <a:buClr>
                <a:srgbClr val="E46C0A"/>
              </a:buClr>
              <a:buFont typeface="Wingdings" panose="05000000000000000000" pitchFamily="2" charset="2"/>
              <a:buChar char="q"/>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marL="1143000" indent="-228600">
              <a:spcBef>
                <a:spcPct val="20000"/>
              </a:spcBef>
              <a:buClr>
                <a:srgbClr val="E46C0A"/>
              </a:buClr>
              <a:buFont typeface="Wingdings" panose="05000000000000000000" pitchFamily="2" charset="2"/>
              <a:buChar char="Ø"/>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3pPr>
            <a:lvl4pPr marL="1600200" indent="-228600">
              <a:spcBef>
                <a:spcPct val="20000"/>
              </a:spcBef>
              <a:buClr>
                <a:srgbClr val="E46C0A"/>
              </a:buClr>
              <a:buFont typeface="Courier New" panose="02070309020205020404" pitchFamily="49" charset="0"/>
              <a:buChar char="o"/>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4pPr>
            <a:lvl5pPr marL="2057400" indent="-228600">
              <a:spcBef>
                <a:spcPct val="20000"/>
              </a:spcBef>
              <a:buFont typeface="Arial" panose="020B0604020202020204" pitchFamily="34" charset="0"/>
              <a:buChar char="»"/>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9pPr>
          </a:lstStyle>
          <a:p>
            <a:pPr>
              <a:spcBef>
                <a:spcPct val="0"/>
              </a:spcBef>
              <a:buClrTx/>
              <a:buFontTx/>
              <a:buNone/>
            </a:pPr>
            <a:fld id="{E4B56E55-BAAA-4880-94A1-7A8094250C64}" type="slidenum">
              <a:rPr lang="en-US" altLang="en-US" sz="1400" smtClean="0">
                <a:solidFill>
                  <a:srgbClr val="002060"/>
                </a:solidFill>
                <a:latin typeface="Arial" panose="020B0604020202020204" pitchFamily="34" charset="0"/>
                <a:cs typeface="Arial" panose="020B0604020202020204" pitchFamily="34" charset="0"/>
              </a:rPr>
              <a:pPr>
                <a:spcBef>
                  <a:spcPct val="0"/>
                </a:spcBef>
                <a:buClrTx/>
                <a:buFontTx/>
                <a:buNone/>
              </a:pPr>
              <a:t>9</a:t>
            </a:fld>
            <a:endParaRPr lang="en-US" altLang="en-US" sz="1400">
              <a:solidFill>
                <a:srgbClr val="00206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30378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AD2704CE-C6D1-41A0-8FEA-203853D2A9FD}"/>
              </a:ext>
            </a:extLst>
          </p:cNvPr>
          <p:cNvSpPr>
            <a:spLocks noGrp="1"/>
          </p:cNvSpPr>
          <p:nvPr>
            <p:ph type="title"/>
          </p:nvPr>
        </p:nvSpPr>
        <p:spPr>
          <a:xfrm>
            <a:off x="152401" y="0"/>
            <a:ext cx="9028112" cy="914400"/>
          </a:xfrm>
        </p:spPr>
        <p:txBody>
          <a:bodyPr/>
          <a:lstStyle/>
          <a:p>
            <a:pPr marL="514350" indent="-514350" algn="l">
              <a:lnSpc>
                <a:spcPct val="150000"/>
              </a:lnSpc>
              <a:spcBef>
                <a:spcPts val="1000"/>
              </a:spcBef>
              <a:buClr>
                <a:srgbClr val="215D9F"/>
              </a:buClr>
              <a:buFont typeface="+mj-lt"/>
              <a:buAutoNum type="arabicPeriod"/>
            </a:pPr>
            <a:r>
              <a:rPr lang="en-US" sz="3200">
                <a:solidFill>
                  <a:srgbClr val="0070C0"/>
                </a:solidFill>
              </a:rPr>
              <a:t>Hàm từ thư viện có sẵn</a:t>
            </a:r>
          </a:p>
        </p:txBody>
      </p:sp>
      <p:sp>
        <p:nvSpPr>
          <p:cNvPr id="6147" name="Content Placeholder 2">
            <a:extLst>
              <a:ext uri="{FF2B5EF4-FFF2-40B4-BE49-F238E27FC236}">
                <a16:creationId xmlns:a16="http://schemas.microsoft.com/office/drawing/2014/main" id="{B389CA34-20DF-451F-B09F-9A7C082A79F9}"/>
              </a:ext>
            </a:extLst>
          </p:cNvPr>
          <p:cNvSpPr>
            <a:spLocks noGrp="1"/>
          </p:cNvSpPr>
          <p:nvPr>
            <p:ph idx="1"/>
          </p:nvPr>
        </p:nvSpPr>
        <p:spPr>
          <a:xfrm>
            <a:off x="303212" y="1051132"/>
            <a:ext cx="8764588" cy="5502068"/>
          </a:xfrm>
        </p:spPr>
        <p:txBody>
          <a:bodyPr/>
          <a:lstStyle/>
          <a:p>
            <a:pPr>
              <a:lnSpc>
                <a:spcPct val="150000"/>
              </a:lnSpc>
            </a:pPr>
            <a:r>
              <a:rPr lang="en-US" sz="2800" dirty="0" err="1">
                <a:latin typeface="Cambria" panose="02040503050406030204" pitchFamily="18" charset="0"/>
              </a:rPr>
              <a:t>Ví</a:t>
            </a:r>
            <a:r>
              <a:rPr lang="en-US" sz="2800" dirty="0">
                <a:latin typeface="Cambria" panose="02040503050406030204" pitchFamily="18" charset="0"/>
              </a:rPr>
              <a:t> </a:t>
            </a:r>
            <a:r>
              <a:rPr lang="en-US" sz="2800" dirty="0" err="1">
                <a:latin typeface="Cambria" panose="02040503050406030204" pitchFamily="18" charset="0"/>
              </a:rPr>
              <a:t>dụ</a:t>
            </a:r>
            <a:r>
              <a:rPr lang="en-US" sz="2800" dirty="0">
                <a:latin typeface="Cambria" panose="02040503050406030204" pitchFamily="18" charset="0"/>
              </a:rPr>
              <a:t>: </a:t>
            </a:r>
            <a:r>
              <a:rPr lang="en-US" sz="2800" dirty="0" err="1">
                <a:latin typeface="Cambria" panose="02040503050406030204" pitchFamily="18" charset="0"/>
              </a:rPr>
              <a:t>Tạo</a:t>
            </a:r>
            <a:r>
              <a:rPr lang="en-US" sz="2800" dirty="0">
                <a:latin typeface="Cambria" panose="02040503050406030204" pitchFamily="18" charset="0"/>
              </a:rPr>
              <a:t> </a:t>
            </a:r>
            <a:r>
              <a:rPr lang="en-US" sz="2800" dirty="0" err="1">
                <a:latin typeface="Cambria" panose="02040503050406030204" pitchFamily="18" charset="0"/>
              </a:rPr>
              <a:t>số</a:t>
            </a:r>
            <a:r>
              <a:rPr lang="en-US" sz="2800" dirty="0">
                <a:latin typeface="Cambria" panose="02040503050406030204" pitchFamily="18" charset="0"/>
              </a:rPr>
              <a:t> </a:t>
            </a:r>
            <a:r>
              <a:rPr lang="en-US" sz="2800" dirty="0" err="1">
                <a:latin typeface="Cambria" panose="02040503050406030204" pitchFamily="18" charset="0"/>
              </a:rPr>
              <a:t>ngẫu</a:t>
            </a:r>
            <a:r>
              <a:rPr lang="en-US" sz="2800" dirty="0">
                <a:latin typeface="Cambria" panose="02040503050406030204" pitchFamily="18" charset="0"/>
              </a:rPr>
              <a:t> </a:t>
            </a:r>
            <a:r>
              <a:rPr lang="en-US" sz="2800" dirty="0" err="1">
                <a:latin typeface="Cambria" panose="02040503050406030204" pitchFamily="18" charset="0"/>
              </a:rPr>
              <a:t>nhiên</a:t>
            </a:r>
            <a:r>
              <a:rPr lang="en-US" sz="2800" dirty="0">
                <a:latin typeface="Cambria" panose="02040503050406030204" pitchFamily="18" charset="0"/>
              </a:rPr>
              <a:t> </a:t>
            </a:r>
            <a:r>
              <a:rPr lang="en-US" sz="2800" dirty="0" err="1">
                <a:latin typeface="Cambria" panose="02040503050406030204" pitchFamily="18" charset="0"/>
              </a:rPr>
              <a:t>từ</a:t>
            </a:r>
            <a:r>
              <a:rPr lang="en-US" sz="2800" dirty="0">
                <a:latin typeface="Cambria" panose="02040503050406030204" pitchFamily="18" charset="0"/>
              </a:rPr>
              <a:t> [0-1]</a:t>
            </a:r>
          </a:p>
          <a:p>
            <a:pPr marL="0" indent="0">
              <a:buNone/>
            </a:pPr>
            <a:r>
              <a:rPr lang="en-US" sz="2800" dirty="0">
                <a:solidFill>
                  <a:schemeClr val="tx2"/>
                </a:solidFill>
                <a:latin typeface="Cambria" panose="02040503050406030204" pitchFamily="18" charset="0"/>
              </a:rPr>
              <a:t>import</a:t>
            </a:r>
            <a:r>
              <a:rPr lang="en-US" sz="2800" dirty="0">
                <a:latin typeface="Cambria" panose="02040503050406030204" pitchFamily="18" charset="0"/>
              </a:rPr>
              <a:t> random</a:t>
            </a:r>
          </a:p>
          <a:p>
            <a:pPr marL="0" indent="0">
              <a:buNone/>
            </a:pPr>
            <a:r>
              <a:rPr lang="en-US" sz="2800" dirty="0">
                <a:solidFill>
                  <a:schemeClr val="tx2"/>
                </a:solidFill>
                <a:latin typeface="Cambria" panose="02040503050406030204" pitchFamily="18" charset="0"/>
              </a:rPr>
              <a:t>print</a:t>
            </a:r>
            <a:r>
              <a:rPr lang="en-US" sz="2800" dirty="0">
                <a:latin typeface="Cambria" panose="02040503050406030204" pitchFamily="18" charset="0"/>
              </a:rPr>
              <a:t>("Random: %f" % </a:t>
            </a:r>
            <a:r>
              <a:rPr lang="en-US" sz="2800" dirty="0" err="1">
                <a:latin typeface="Cambria" panose="02040503050406030204" pitchFamily="18" charset="0"/>
              </a:rPr>
              <a:t>random.random</a:t>
            </a:r>
            <a:r>
              <a:rPr lang="en-US" sz="2800" dirty="0">
                <a:latin typeface="Cambria" panose="02040503050406030204" pitchFamily="18" charset="0"/>
              </a:rPr>
              <a:t>())</a:t>
            </a:r>
          </a:p>
          <a:p>
            <a:pPr marL="0" indent="0">
              <a:buNone/>
            </a:pPr>
            <a:endParaRPr lang="en-US" sz="2800" dirty="0">
              <a:latin typeface="Cambria" panose="02040503050406030204" pitchFamily="18" charset="0"/>
            </a:endParaRPr>
          </a:p>
          <a:p>
            <a:r>
              <a:rPr lang="en-US" sz="2800" dirty="0" err="1">
                <a:latin typeface="Cambria" panose="02040503050406030204" pitchFamily="18" charset="0"/>
              </a:rPr>
              <a:t>Ví</a:t>
            </a:r>
            <a:r>
              <a:rPr lang="en-US" sz="2800" dirty="0">
                <a:latin typeface="Cambria" panose="02040503050406030204" pitchFamily="18" charset="0"/>
              </a:rPr>
              <a:t> </a:t>
            </a:r>
            <a:r>
              <a:rPr lang="en-US" sz="2800" dirty="0" err="1">
                <a:latin typeface="Cambria" panose="02040503050406030204" pitchFamily="18" charset="0"/>
              </a:rPr>
              <a:t>dụ</a:t>
            </a:r>
            <a:r>
              <a:rPr lang="en-US" sz="2800" dirty="0">
                <a:latin typeface="Cambria" panose="02040503050406030204" pitchFamily="18" charset="0"/>
              </a:rPr>
              <a:t>: </a:t>
            </a:r>
            <a:r>
              <a:rPr lang="en-US" sz="2800" dirty="0" err="1">
                <a:latin typeface="Cambria" panose="02040503050406030204" pitchFamily="18" charset="0"/>
              </a:rPr>
              <a:t>Tạo</a:t>
            </a:r>
            <a:r>
              <a:rPr lang="en-US" sz="2800" dirty="0">
                <a:latin typeface="Cambria" panose="02040503050406030204" pitchFamily="18" charset="0"/>
              </a:rPr>
              <a:t> </a:t>
            </a:r>
            <a:r>
              <a:rPr lang="en-US" sz="2800" dirty="0" err="1">
                <a:latin typeface="Cambria" panose="02040503050406030204" pitchFamily="18" charset="0"/>
              </a:rPr>
              <a:t>số</a:t>
            </a:r>
            <a:r>
              <a:rPr lang="en-US" sz="2800" dirty="0">
                <a:latin typeface="Cambria" panose="02040503050406030204" pitchFamily="18" charset="0"/>
              </a:rPr>
              <a:t> </a:t>
            </a:r>
            <a:r>
              <a:rPr lang="en-US" sz="2800" dirty="0" err="1">
                <a:latin typeface="Cambria" panose="02040503050406030204" pitchFamily="18" charset="0"/>
              </a:rPr>
              <a:t>ngẫu</a:t>
            </a:r>
            <a:r>
              <a:rPr lang="en-US" sz="2800" dirty="0">
                <a:latin typeface="Cambria" panose="02040503050406030204" pitchFamily="18" charset="0"/>
              </a:rPr>
              <a:t> </a:t>
            </a:r>
            <a:r>
              <a:rPr lang="en-US" sz="2800" dirty="0" err="1">
                <a:latin typeface="Cambria" panose="02040503050406030204" pitchFamily="18" charset="0"/>
              </a:rPr>
              <a:t>nhiên</a:t>
            </a:r>
            <a:r>
              <a:rPr lang="en-US" sz="2800" dirty="0">
                <a:latin typeface="Cambria" panose="02040503050406030204" pitchFamily="18" charset="0"/>
              </a:rPr>
              <a:t> </a:t>
            </a:r>
            <a:r>
              <a:rPr lang="en-US" sz="2800" dirty="0" err="1">
                <a:latin typeface="Cambria" panose="02040503050406030204" pitchFamily="18" charset="0"/>
              </a:rPr>
              <a:t>từ</a:t>
            </a:r>
            <a:r>
              <a:rPr lang="en-US" sz="2800" dirty="0">
                <a:latin typeface="Cambria" panose="02040503050406030204" pitchFamily="18" charset="0"/>
              </a:rPr>
              <a:t> [1-100]</a:t>
            </a:r>
          </a:p>
          <a:p>
            <a:pPr marL="0" indent="0">
              <a:buNone/>
            </a:pPr>
            <a:r>
              <a:rPr lang="en-US" sz="2800" dirty="0">
                <a:solidFill>
                  <a:schemeClr val="tx2"/>
                </a:solidFill>
                <a:latin typeface="Cambria" panose="02040503050406030204" pitchFamily="18" charset="0"/>
              </a:rPr>
              <a:t>import</a:t>
            </a:r>
            <a:r>
              <a:rPr lang="en-US" sz="2800" dirty="0">
                <a:latin typeface="Cambria" panose="02040503050406030204" pitchFamily="18" charset="0"/>
              </a:rPr>
              <a:t> random</a:t>
            </a:r>
          </a:p>
          <a:p>
            <a:pPr marL="0" indent="0">
              <a:buNone/>
            </a:pPr>
            <a:r>
              <a:rPr lang="en-US" sz="2800" dirty="0">
                <a:solidFill>
                  <a:schemeClr val="tx2"/>
                </a:solidFill>
                <a:latin typeface="Cambria" panose="02040503050406030204" pitchFamily="18" charset="0"/>
              </a:rPr>
              <a:t>print</a:t>
            </a:r>
            <a:r>
              <a:rPr lang="en-US" sz="2800" dirty="0">
                <a:latin typeface="Cambria" panose="02040503050406030204" pitchFamily="18" charset="0"/>
              </a:rPr>
              <a:t>("Random: %d" % </a:t>
            </a:r>
            <a:r>
              <a:rPr lang="en-US" sz="2800" dirty="0" err="1">
                <a:latin typeface="Cambria" panose="02040503050406030204" pitchFamily="18" charset="0"/>
              </a:rPr>
              <a:t>random.randint</a:t>
            </a:r>
            <a:r>
              <a:rPr lang="en-US" sz="2800" dirty="0">
                <a:latin typeface="Cambria" panose="02040503050406030204" pitchFamily="18" charset="0"/>
              </a:rPr>
              <a:t>(1, 100)) </a:t>
            </a:r>
          </a:p>
          <a:p>
            <a:pPr marL="0" indent="0">
              <a:buNone/>
            </a:pPr>
            <a:endParaRPr lang="en-US" sz="2800" dirty="0">
              <a:latin typeface="Cambria" panose="02040503050406030204" pitchFamily="18" charset="0"/>
            </a:endParaRPr>
          </a:p>
        </p:txBody>
      </p:sp>
      <p:sp>
        <p:nvSpPr>
          <p:cNvPr id="6148" name="Slide Number Placeholder 3">
            <a:extLst>
              <a:ext uri="{FF2B5EF4-FFF2-40B4-BE49-F238E27FC236}">
                <a16:creationId xmlns:a16="http://schemas.microsoft.com/office/drawing/2014/main" id="{6387F6B7-3E78-4DC2-ACF4-7A9010C88B16}"/>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E46C0A"/>
              </a:buClr>
              <a:buFont typeface="Wingdings" panose="05000000000000000000" pitchFamily="2" charset="2"/>
              <a:buChar char="v"/>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742950" indent="-285750">
              <a:spcBef>
                <a:spcPct val="20000"/>
              </a:spcBef>
              <a:buClr>
                <a:srgbClr val="E46C0A"/>
              </a:buClr>
              <a:buFont typeface="Wingdings" panose="05000000000000000000" pitchFamily="2" charset="2"/>
              <a:buChar char="q"/>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marL="1143000" indent="-228600">
              <a:spcBef>
                <a:spcPct val="20000"/>
              </a:spcBef>
              <a:buClr>
                <a:srgbClr val="E46C0A"/>
              </a:buClr>
              <a:buFont typeface="Wingdings" panose="05000000000000000000" pitchFamily="2" charset="2"/>
              <a:buChar char="Ø"/>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3pPr>
            <a:lvl4pPr marL="1600200" indent="-228600">
              <a:spcBef>
                <a:spcPct val="20000"/>
              </a:spcBef>
              <a:buClr>
                <a:srgbClr val="E46C0A"/>
              </a:buClr>
              <a:buFont typeface="Courier New" panose="02070309020205020404" pitchFamily="49" charset="0"/>
              <a:buChar char="o"/>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4pPr>
            <a:lvl5pPr marL="2057400" indent="-228600">
              <a:spcBef>
                <a:spcPct val="20000"/>
              </a:spcBef>
              <a:buFont typeface="Arial" panose="020B0604020202020204" pitchFamily="34" charset="0"/>
              <a:buChar char="»"/>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9pPr>
          </a:lstStyle>
          <a:p>
            <a:pPr>
              <a:spcBef>
                <a:spcPct val="0"/>
              </a:spcBef>
              <a:buClrTx/>
              <a:buFontTx/>
              <a:buNone/>
            </a:pPr>
            <a:fld id="{E4B56E55-BAAA-4880-94A1-7A8094250C64}" type="slidenum">
              <a:rPr lang="en-US" altLang="en-US" sz="1400" smtClean="0">
                <a:solidFill>
                  <a:srgbClr val="002060"/>
                </a:solidFill>
                <a:latin typeface="Arial" panose="020B0604020202020204" pitchFamily="34" charset="0"/>
                <a:cs typeface="Arial" panose="020B0604020202020204" pitchFamily="34" charset="0"/>
              </a:rPr>
              <a:pPr>
                <a:spcBef>
                  <a:spcPct val="0"/>
                </a:spcBef>
                <a:buClrTx/>
                <a:buFontTx/>
                <a:buNone/>
              </a:pPr>
              <a:t>10</a:t>
            </a:fld>
            <a:endParaRPr lang="en-US" altLang="en-US" sz="1400">
              <a:solidFill>
                <a:srgbClr val="00206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8996922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AD2704CE-C6D1-41A0-8FEA-203853D2A9FD}"/>
              </a:ext>
            </a:extLst>
          </p:cNvPr>
          <p:cNvSpPr>
            <a:spLocks noGrp="1"/>
          </p:cNvSpPr>
          <p:nvPr>
            <p:ph type="title"/>
          </p:nvPr>
        </p:nvSpPr>
        <p:spPr>
          <a:xfrm>
            <a:off x="152401" y="0"/>
            <a:ext cx="9028112" cy="914400"/>
          </a:xfrm>
        </p:spPr>
        <p:txBody>
          <a:bodyPr/>
          <a:lstStyle/>
          <a:p>
            <a:pPr marL="514350" indent="-514350" algn="l">
              <a:lnSpc>
                <a:spcPct val="150000"/>
              </a:lnSpc>
              <a:spcBef>
                <a:spcPts val="1000"/>
              </a:spcBef>
              <a:buClr>
                <a:srgbClr val="215D9F"/>
              </a:buClr>
              <a:buFont typeface="+mj-lt"/>
              <a:buAutoNum type="arabicPeriod"/>
            </a:pPr>
            <a:r>
              <a:rPr lang="en-US" sz="3200">
                <a:solidFill>
                  <a:srgbClr val="0070C0"/>
                </a:solidFill>
              </a:rPr>
              <a:t>Hàm từ thư viện có sẵn</a:t>
            </a:r>
          </a:p>
        </p:txBody>
      </p:sp>
      <p:sp>
        <p:nvSpPr>
          <p:cNvPr id="6147" name="Content Placeholder 2">
            <a:extLst>
              <a:ext uri="{FF2B5EF4-FFF2-40B4-BE49-F238E27FC236}">
                <a16:creationId xmlns:a16="http://schemas.microsoft.com/office/drawing/2014/main" id="{B389CA34-20DF-451F-B09F-9A7C082A79F9}"/>
              </a:ext>
            </a:extLst>
          </p:cNvPr>
          <p:cNvSpPr>
            <a:spLocks noGrp="1"/>
          </p:cNvSpPr>
          <p:nvPr>
            <p:ph idx="1"/>
          </p:nvPr>
        </p:nvSpPr>
        <p:spPr>
          <a:xfrm>
            <a:off x="303212" y="1051132"/>
            <a:ext cx="8534401" cy="5578268"/>
          </a:xfrm>
        </p:spPr>
        <p:txBody>
          <a:bodyPr/>
          <a:lstStyle/>
          <a:p>
            <a:pPr>
              <a:lnSpc>
                <a:spcPct val="150000"/>
              </a:lnSpc>
            </a:pPr>
            <a:r>
              <a:rPr lang="en-US" b="1" dirty="0" err="1">
                <a:latin typeface="Times New Roman" panose="02020603050405020304" pitchFamily="18" charset="0"/>
                <a:cs typeface="Times New Roman" panose="02020603050405020304" pitchFamily="18" charset="0"/>
              </a:rPr>
              <a:t>Hàm</a:t>
            </a:r>
            <a:r>
              <a:rPr lang="en-US" b="1" dirty="0">
                <a:latin typeface="Times New Roman" panose="02020603050405020304" pitchFamily="18" charset="0"/>
                <a:cs typeface="Times New Roman" panose="02020603050405020304" pitchFamily="18" charset="0"/>
              </a:rPr>
              <a:t> exit</a:t>
            </a:r>
            <a:r>
              <a:rPr lang="en-US" dirty="0">
                <a:latin typeface="Times New Roman" panose="02020603050405020304" pitchFamily="18" charset="0"/>
                <a:cs typeface="Times New Roman" panose="02020603050405020304" pitchFamily="18" charset="0"/>
              </a:rPr>
              <a:t>: </a:t>
            </a:r>
            <a:r>
              <a:rPr lang="vi-VN" dirty="0">
                <a:latin typeface="Times New Roman" panose="02020603050405020304" pitchFamily="18" charset="0"/>
                <a:cs typeface="Times New Roman" panose="02020603050405020304" pitchFamily="18" charset="0"/>
              </a:rPr>
              <a:t>là một hàm của thư viện sys trong Python. Khi lệnh này được chạy, chương trình sẽ thoát.</a:t>
            </a:r>
            <a:r>
              <a:rPr lang="en-US" dirty="0">
                <a:latin typeface="Times New Roman" panose="02020603050405020304" pitchFamily="18" charset="0"/>
                <a:cs typeface="Times New Roman" panose="02020603050405020304" pitchFamily="18" charset="0"/>
              </a:rPr>
              <a:t> </a:t>
            </a:r>
            <a:r>
              <a:rPr lang="vi-VN" dirty="0">
                <a:latin typeface="Times New Roman" panose="02020603050405020304" pitchFamily="18" charset="0"/>
                <a:cs typeface="Times New Roman" panose="02020603050405020304" pitchFamily="18" charset="0"/>
              </a:rPr>
              <a:t> </a:t>
            </a:r>
            <a:br>
              <a:rPr lang="en-US" dirty="0">
                <a:latin typeface="Times New Roman" panose="02020603050405020304" pitchFamily="18" charset="0"/>
                <a:cs typeface="Times New Roman" panose="02020603050405020304" pitchFamily="18" charset="0"/>
              </a:rPr>
            </a:br>
            <a:r>
              <a:rPr lang="en-US" dirty="0" err="1">
                <a:latin typeface="Times New Roman" panose="02020603050405020304" pitchFamily="18" charset="0"/>
                <a:cs typeface="Times New Roman" panose="02020603050405020304" pitchFamily="18" charset="0"/>
              </a:rPr>
              <a:t>Lệnh</a:t>
            </a:r>
            <a:r>
              <a:rPr lang="vi-VN" dirty="0">
                <a:latin typeface="Times New Roman" panose="02020603050405020304" pitchFamily="18" charset="0"/>
                <a:cs typeface="Times New Roman" panose="02020603050405020304" pitchFamily="18" charset="0"/>
              </a:rPr>
              <a:t> exit(0) có tác dụng thoát khỏi chương trình, khi thoát, nó sẽ return code có giá trị là 0. Tương tự exit(1) sẽ trả về 1</a:t>
            </a:r>
            <a:r>
              <a:rPr lang="en-US" dirty="0">
                <a:latin typeface="Times New Roman" panose="02020603050405020304" pitchFamily="18" charset="0"/>
                <a:cs typeface="Times New Roman" panose="02020603050405020304" pitchFamily="18" charset="0"/>
              </a:rPr>
              <a:t>.</a:t>
            </a:r>
          </a:p>
          <a:p>
            <a:pPr algn="just">
              <a:lnSpc>
                <a:spcPct val="150000"/>
              </a:lnSpc>
            </a:pPr>
            <a:r>
              <a:rPr lang="en-US" dirty="0" err="1">
                <a:latin typeface="Times New Roman" panose="02020603050405020304" pitchFamily="18" charset="0"/>
                <a:cs typeface="Times New Roman" panose="02020603050405020304" pitchFamily="18" charset="0"/>
              </a:rPr>
              <a:t>Ví</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dụ</a:t>
            </a:r>
            <a:r>
              <a:rPr lang="en-US" dirty="0">
                <a:latin typeface="Times New Roman" panose="02020603050405020304" pitchFamily="18" charset="0"/>
                <a:cs typeface="Times New Roman" panose="02020603050405020304" pitchFamily="18" charset="0"/>
              </a:rPr>
              <a:t>:</a:t>
            </a:r>
          </a:p>
        </p:txBody>
      </p:sp>
      <p:sp>
        <p:nvSpPr>
          <p:cNvPr id="6148" name="Slide Number Placeholder 3">
            <a:extLst>
              <a:ext uri="{FF2B5EF4-FFF2-40B4-BE49-F238E27FC236}">
                <a16:creationId xmlns:a16="http://schemas.microsoft.com/office/drawing/2014/main" id="{6387F6B7-3E78-4DC2-ACF4-7A9010C88B16}"/>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E46C0A"/>
              </a:buClr>
              <a:buFont typeface="Wingdings" panose="05000000000000000000" pitchFamily="2" charset="2"/>
              <a:buChar char="v"/>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742950" indent="-285750">
              <a:spcBef>
                <a:spcPct val="20000"/>
              </a:spcBef>
              <a:buClr>
                <a:srgbClr val="E46C0A"/>
              </a:buClr>
              <a:buFont typeface="Wingdings" panose="05000000000000000000" pitchFamily="2" charset="2"/>
              <a:buChar char="q"/>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marL="1143000" indent="-228600">
              <a:spcBef>
                <a:spcPct val="20000"/>
              </a:spcBef>
              <a:buClr>
                <a:srgbClr val="E46C0A"/>
              </a:buClr>
              <a:buFont typeface="Wingdings" panose="05000000000000000000" pitchFamily="2" charset="2"/>
              <a:buChar char="Ø"/>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3pPr>
            <a:lvl4pPr marL="1600200" indent="-228600">
              <a:spcBef>
                <a:spcPct val="20000"/>
              </a:spcBef>
              <a:buClr>
                <a:srgbClr val="E46C0A"/>
              </a:buClr>
              <a:buFont typeface="Courier New" panose="02070309020205020404" pitchFamily="49" charset="0"/>
              <a:buChar char="o"/>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4pPr>
            <a:lvl5pPr marL="2057400" indent="-228600">
              <a:spcBef>
                <a:spcPct val="20000"/>
              </a:spcBef>
              <a:buFont typeface="Arial" panose="020B0604020202020204" pitchFamily="34" charset="0"/>
              <a:buChar char="»"/>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9pPr>
          </a:lstStyle>
          <a:p>
            <a:pPr>
              <a:spcBef>
                <a:spcPct val="0"/>
              </a:spcBef>
              <a:buClrTx/>
              <a:buFontTx/>
              <a:buNone/>
            </a:pPr>
            <a:fld id="{E4B56E55-BAAA-4880-94A1-7A8094250C64}" type="slidenum">
              <a:rPr lang="en-US" altLang="en-US" sz="1400" smtClean="0">
                <a:solidFill>
                  <a:srgbClr val="002060"/>
                </a:solidFill>
                <a:latin typeface="Arial" panose="020B0604020202020204" pitchFamily="34" charset="0"/>
                <a:cs typeface="Arial" panose="020B0604020202020204" pitchFamily="34" charset="0"/>
              </a:rPr>
              <a:pPr>
                <a:spcBef>
                  <a:spcPct val="0"/>
                </a:spcBef>
                <a:buClrTx/>
                <a:buFontTx/>
                <a:buNone/>
              </a:pPr>
              <a:t>11</a:t>
            </a:fld>
            <a:endParaRPr lang="en-US" altLang="en-US" sz="1400">
              <a:solidFill>
                <a:srgbClr val="002060"/>
              </a:solidFill>
              <a:latin typeface="Arial" panose="020B0604020202020204" pitchFamily="34" charset="0"/>
              <a:cs typeface="Arial" panose="020B0604020202020204" pitchFamily="34" charset="0"/>
            </a:endParaRPr>
          </a:p>
        </p:txBody>
      </p:sp>
      <p:sp>
        <p:nvSpPr>
          <p:cNvPr id="5" name="Rectangle 1">
            <a:extLst>
              <a:ext uri="{FF2B5EF4-FFF2-40B4-BE49-F238E27FC236}">
                <a16:creationId xmlns:a16="http://schemas.microsoft.com/office/drawing/2014/main" id="{0CA6AA36-2E98-42FD-9FD0-826CFBD71E68}"/>
              </a:ext>
            </a:extLst>
          </p:cNvPr>
          <p:cNvSpPr>
            <a:spLocks noChangeArrowheads="1"/>
          </p:cNvSpPr>
          <p:nvPr/>
        </p:nvSpPr>
        <p:spPr bwMode="auto">
          <a:xfrm>
            <a:off x="1676399" y="4144474"/>
            <a:ext cx="7161213" cy="2462213"/>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200" b="1" i="0" u="none" strike="noStrike" cap="none" normalizeH="0" baseline="0" dirty="0">
                <a:ln>
                  <a:noFill/>
                </a:ln>
                <a:solidFill>
                  <a:srgbClr val="000080"/>
                </a:solidFill>
                <a:effectLst/>
                <a:latin typeface="Courier New" panose="02070309020205020404" pitchFamily="49" charset="0"/>
                <a:cs typeface="Courier New" panose="02070309020205020404" pitchFamily="49" charset="0"/>
              </a:rPr>
              <a:t>while True</a:t>
            </a:r>
            <a:r>
              <a:rPr kumimoji="0" lang="en-US" altLang="en-US" sz="22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a:t>
            </a:r>
            <a:br>
              <a:rPr kumimoji="0" lang="en-US" altLang="en-US" sz="22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br>
            <a:r>
              <a:rPr kumimoji="0" lang="en-US" altLang="en-US" sz="22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s=</a:t>
            </a:r>
            <a:r>
              <a:rPr kumimoji="0" lang="en-US" altLang="en-US" sz="2200" b="0" i="0" u="none" strike="noStrike" cap="none" normalizeH="0" baseline="0" dirty="0">
                <a:ln>
                  <a:noFill/>
                </a:ln>
                <a:solidFill>
                  <a:srgbClr val="000080"/>
                </a:solidFill>
                <a:effectLst/>
                <a:latin typeface="Courier New" panose="02070309020205020404" pitchFamily="49" charset="0"/>
                <a:cs typeface="Courier New" panose="02070309020205020404" pitchFamily="49" charset="0"/>
              </a:rPr>
              <a:t>input</a:t>
            </a:r>
            <a:r>
              <a:rPr kumimoji="0" lang="en-US" altLang="en-US" sz="22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a:t>
            </a:r>
            <a:r>
              <a:rPr kumimoji="0" lang="en-US" altLang="en-US" sz="2200" b="1" i="0" u="none" strike="noStrike" cap="none" normalizeH="0" baseline="0" dirty="0">
                <a:ln>
                  <a:noFill/>
                </a:ln>
                <a:solidFill>
                  <a:srgbClr val="008080"/>
                </a:solidFill>
                <a:effectLst/>
                <a:latin typeface="Courier New" panose="02070309020205020404" pitchFamily="49" charset="0"/>
                <a:cs typeface="Courier New" panose="02070309020205020404" pitchFamily="49" charset="0"/>
              </a:rPr>
              <a:t>"</a:t>
            </a:r>
            <a:r>
              <a:rPr kumimoji="0" lang="en-US" altLang="en-US" sz="2200" b="1" i="0" u="none" strike="noStrike" cap="none" normalizeH="0" baseline="0" dirty="0" err="1">
                <a:ln>
                  <a:noFill/>
                </a:ln>
                <a:solidFill>
                  <a:srgbClr val="008080"/>
                </a:solidFill>
                <a:effectLst/>
                <a:latin typeface="Courier New" panose="02070309020205020404" pitchFamily="49" charset="0"/>
                <a:cs typeface="Courier New" panose="02070309020205020404" pitchFamily="49" charset="0"/>
              </a:rPr>
              <a:t>Tên</a:t>
            </a:r>
            <a:r>
              <a:rPr kumimoji="0" lang="en-US" altLang="en-US" sz="2200" b="1" i="0" u="none" strike="noStrike" cap="none" normalizeH="0" baseline="0" dirty="0">
                <a:ln>
                  <a:noFill/>
                </a:ln>
                <a:solidFill>
                  <a:srgbClr val="008080"/>
                </a:solidFill>
                <a:effectLst/>
                <a:latin typeface="Courier New" panose="02070309020205020404" pitchFamily="49" charset="0"/>
                <a:cs typeface="Courier New" panose="02070309020205020404" pitchFamily="49" charset="0"/>
              </a:rPr>
              <a:t> </a:t>
            </a:r>
            <a:r>
              <a:rPr kumimoji="0" lang="en-US" altLang="en-US" sz="2200" b="1" i="0" u="none" strike="noStrike" cap="none" normalizeH="0" baseline="0" dirty="0" err="1">
                <a:ln>
                  <a:noFill/>
                </a:ln>
                <a:solidFill>
                  <a:srgbClr val="008080"/>
                </a:solidFill>
                <a:effectLst/>
                <a:latin typeface="Courier New" panose="02070309020205020404" pitchFamily="49" charset="0"/>
                <a:cs typeface="Courier New" panose="02070309020205020404" pitchFamily="49" charset="0"/>
              </a:rPr>
              <a:t>bạn</a:t>
            </a:r>
            <a:r>
              <a:rPr kumimoji="0" lang="en-US" altLang="en-US" sz="2200" b="1" i="0" u="none" strike="noStrike" cap="none" normalizeH="0" baseline="0" dirty="0">
                <a:ln>
                  <a:noFill/>
                </a:ln>
                <a:solidFill>
                  <a:srgbClr val="008080"/>
                </a:solidFill>
                <a:effectLst/>
                <a:latin typeface="Courier New" panose="02070309020205020404" pitchFamily="49" charset="0"/>
                <a:cs typeface="Courier New" panose="02070309020205020404" pitchFamily="49" charset="0"/>
              </a:rPr>
              <a:t>:"</a:t>
            </a:r>
            <a:r>
              <a:rPr kumimoji="0" lang="en-US" altLang="en-US" sz="22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a:t>
            </a:r>
            <a:br>
              <a:rPr kumimoji="0" lang="en-US" altLang="en-US" sz="22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br>
            <a:r>
              <a:rPr kumimoji="0" lang="en-US" altLang="en-US" sz="22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en-US" altLang="en-US" sz="2200" b="0" i="0" u="none" strike="noStrike" cap="none" normalizeH="0" baseline="0" dirty="0">
                <a:ln>
                  <a:noFill/>
                </a:ln>
                <a:solidFill>
                  <a:srgbClr val="000080"/>
                </a:solidFill>
                <a:effectLst/>
                <a:latin typeface="Courier New" panose="02070309020205020404" pitchFamily="49" charset="0"/>
                <a:cs typeface="Courier New" panose="02070309020205020404" pitchFamily="49" charset="0"/>
              </a:rPr>
              <a:t>print</a:t>
            </a:r>
            <a:r>
              <a:rPr kumimoji="0" lang="en-US" altLang="en-US" sz="22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(s)</a:t>
            </a:r>
            <a:br>
              <a:rPr kumimoji="0" lang="en-US" altLang="en-US" sz="22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br>
            <a:r>
              <a:rPr kumimoji="0" lang="en-US" altLang="en-US" sz="22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hoi=</a:t>
            </a:r>
            <a:r>
              <a:rPr kumimoji="0" lang="en-US" altLang="en-US" sz="2200" b="0" i="0" u="none" strike="noStrike" cap="none" normalizeH="0" baseline="0" dirty="0">
                <a:ln>
                  <a:noFill/>
                </a:ln>
                <a:solidFill>
                  <a:srgbClr val="000080"/>
                </a:solidFill>
                <a:effectLst/>
                <a:latin typeface="Courier New" panose="02070309020205020404" pitchFamily="49" charset="0"/>
                <a:cs typeface="Courier New" panose="02070309020205020404" pitchFamily="49" charset="0"/>
              </a:rPr>
              <a:t>input</a:t>
            </a:r>
            <a:r>
              <a:rPr kumimoji="0" lang="en-US" altLang="en-US" sz="22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a:t>
            </a:r>
            <a:r>
              <a:rPr kumimoji="0" lang="en-US" altLang="en-US" sz="2200" b="1" i="0" u="none" strike="noStrike" cap="none" normalizeH="0" baseline="0" dirty="0">
                <a:ln>
                  <a:noFill/>
                </a:ln>
                <a:solidFill>
                  <a:srgbClr val="008080"/>
                </a:solidFill>
                <a:effectLst/>
                <a:latin typeface="Courier New" panose="02070309020205020404" pitchFamily="49" charset="0"/>
                <a:cs typeface="Courier New" panose="02070309020205020404" pitchFamily="49" charset="0"/>
              </a:rPr>
              <a:t>"</a:t>
            </a:r>
            <a:r>
              <a:rPr kumimoji="0" lang="en-US" altLang="en-US" sz="2200" b="1" i="0" u="none" strike="noStrike" cap="none" normalizeH="0" baseline="0" dirty="0" err="1">
                <a:ln>
                  <a:noFill/>
                </a:ln>
                <a:solidFill>
                  <a:srgbClr val="008080"/>
                </a:solidFill>
                <a:effectLst/>
                <a:latin typeface="Courier New" panose="02070309020205020404" pitchFamily="49" charset="0"/>
                <a:cs typeface="Courier New" panose="02070309020205020404" pitchFamily="49" charset="0"/>
              </a:rPr>
              <a:t>Tiếp</a:t>
            </a:r>
            <a:r>
              <a:rPr kumimoji="0" lang="en-US" altLang="en-US" sz="2200" b="1" i="0" u="none" strike="noStrike" cap="none" normalizeH="0" baseline="0" dirty="0">
                <a:ln>
                  <a:noFill/>
                </a:ln>
                <a:solidFill>
                  <a:srgbClr val="008080"/>
                </a:solidFill>
                <a:effectLst/>
                <a:latin typeface="Courier New" panose="02070309020205020404" pitchFamily="49" charset="0"/>
                <a:cs typeface="Courier New" panose="02070309020205020404" pitchFamily="49" charset="0"/>
              </a:rPr>
              <a:t> hay </a:t>
            </a:r>
            <a:r>
              <a:rPr kumimoji="0" lang="en-US" altLang="en-US" sz="2200" b="1" i="0" u="none" strike="noStrike" cap="none" normalizeH="0" baseline="0" dirty="0" err="1">
                <a:ln>
                  <a:noFill/>
                </a:ln>
                <a:solidFill>
                  <a:srgbClr val="008080"/>
                </a:solidFill>
                <a:effectLst/>
                <a:latin typeface="Courier New" panose="02070309020205020404" pitchFamily="49" charset="0"/>
                <a:cs typeface="Courier New" panose="02070309020205020404" pitchFamily="49" charset="0"/>
              </a:rPr>
              <a:t>không</a:t>
            </a:r>
            <a:r>
              <a:rPr kumimoji="0" lang="en-US" altLang="en-US" sz="2200" b="1" i="0" u="none" strike="noStrike" cap="none" normalizeH="0" baseline="0" dirty="0">
                <a:ln>
                  <a:noFill/>
                </a:ln>
                <a:solidFill>
                  <a:srgbClr val="008080"/>
                </a:solidFill>
                <a:effectLst/>
                <a:latin typeface="Courier New" panose="02070309020205020404" pitchFamily="49" charset="0"/>
                <a:cs typeface="Courier New" panose="02070309020205020404" pitchFamily="49" charset="0"/>
              </a:rPr>
              <a:t>?(c/k):"</a:t>
            </a:r>
            <a:r>
              <a:rPr kumimoji="0" lang="en-US" altLang="en-US" sz="22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a:t>
            </a:r>
            <a:br>
              <a:rPr kumimoji="0" lang="en-US" altLang="en-US" sz="22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br>
            <a:r>
              <a:rPr kumimoji="0" lang="en-US" altLang="en-US" sz="22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en-US" altLang="en-US" sz="2200" b="1" i="0" u="none" strike="noStrike" cap="none" normalizeH="0" baseline="0" dirty="0">
                <a:ln>
                  <a:noFill/>
                </a:ln>
                <a:solidFill>
                  <a:srgbClr val="000080"/>
                </a:solidFill>
                <a:effectLst/>
                <a:latin typeface="Courier New" panose="02070309020205020404" pitchFamily="49" charset="0"/>
                <a:cs typeface="Courier New" panose="02070309020205020404" pitchFamily="49" charset="0"/>
              </a:rPr>
              <a:t>if </a:t>
            </a:r>
            <a:r>
              <a:rPr kumimoji="0" lang="en-US" altLang="en-US" sz="22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hoi==</a:t>
            </a:r>
            <a:r>
              <a:rPr kumimoji="0" lang="en-US" altLang="en-US" sz="2200" b="1" i="0" u="none" strike="noStrike" cap="none" normalizeH="0" baseline="0" dirty="0">
                <a:ln>
                  <a:noFill/>
                </a:ln>
                <a:solidFill>
                  <a:srgbClr val="008080"/>
                </a:solidFill>
                <a:effectLst/>
                <a:latin typeface="Courier New" panose="02070309020205020404" pitchFamily="49" charset="0"/>
                <a:cs typeface="Courier New" panose="02070309020205020404" pitchFamily="49" charset="0"/>
              </a:rPr>
              <a:t>"k"</a:t>
            </a:r>
            <a:r>
              <a:rPr kumimoji="0" lang="en-US" altLang="en-US" sz="22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a:t>
            </a:r>
            <a:br>
              <a:rPr kumimoji="0" lang="en-US" altLang="en-US" sz="22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br>
            <a:r>
              <a:rPr kumimoji="0" lang="en-US" altLang="en-US" sz="22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en-US" altLang="en-US" sz="2200" b="0" i="0" u="none" strike="noStrike" cap="none" normalizeH="0" baseline="0" dirty="0">
                <a:ln>
                  <a:noFill/>
                </a:ln>
                <a:solidFill>
                  <a:srgbClr val="000080"/>
                </a:solidFill>
                <a:effectLst/>
                <a:latin typeface="Courier New" panose="02070309020205020404" pitchFamily="49" charset="0"/>
                <a:cs typeface="Courier New" panose="02070309020205020404" pitchFamily="49" charset="0"/>
              </a:rPr>
              <a:t>exit</a:t>
            </a:r>
            <a:r>
              <a:rPr kumimoji="0" lang="en-US" altLang="en-US" sz="22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a:t>
            </a:r>
            <a:br>
              <a:rPr kumimoji="0" lang="en-US" altLang="en-US" sz="22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br>
            <a:r>
              <a:rPr kumimoji="0" lang="en-US" altLang="en-US" sz="2200" b="0" i="0" u="none" strike="noStrike" cap="none" normalizeH="0" baseline="0" dirty="0">
                <a:ln>
                  <a:noFill/>
                </a:ln>
                <a:solidFill>
                  <a:srgbClr val="000080"/>
                </a:solidFill>
                <a:effectLst/>
                <a:latin typeface="Courier New" panose="02070309020205020404" pitchFamily="49" charset="0"/>
                <a:cs typeface="Courier New" panose="02070309020205020404" pitchFamily="49" charset="0"/>
              </a:rPr>
              <a:t>print</a:t>
            </a:r>
            <a:r>
              <a:rPr kumimoji="0" lang="en-US" altLang="en-US" sz="22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a:t>
            </a:r>
            <a:r>
              <a:rPr kumimoji="0" lang="en-US" altLang="en-US" sz="2200" b="1" i="0" u="none" strike="noStrike" cap="none" normalizeH="0" baseline="0" dirty="0">
                <a:ln>
                  <a:noFill/>
                </a:ln>
                <a:solidFill>
                  <a:srgbClr val="008080"/>
                </a:solidFill>
                <a:effectLst/>
                <a:latin typeface="Courier New" panose="02070309020205020404" pitchFamily="49" charset="0"/>
                <a:cs typeface="Courier New" panose="02070309020205020404" pitchFamily="49" charset="0"/>
              </a:rPr>
              <a:t>"BYE!"</a:t>
            </a:r>
            <a:r>
              <a:rPr kumimoji="0" lang="en-US" altLang="en-US" sz="22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a:t>
            </a:r>
            <a:endParaRPr kumimoji="0" lang="en-US" altLang="en-US" sz="2200" b="0" i="0"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12310187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AD2704CE-C6D1-41A0-8FEA-203853D2A9FD}"/>
              </a:ext>
            </a:extLst>
          </p:cNvPr>
          <p:cNvSpPr>
            <a:spLocks noGrp="1"/>
          </p:cNvSpPr>
          <p:nvPr>
            <p:ph type="title"/>
          </p:nvPr>
        </p:nvSpPr>
        <p:spPr>
          <a:xfrm>
            <a:off x="152401" y="0"/>
            <a:ext cx="9028112" cy="914400"/>
          </a:xfrm>
        </p:spPr>
        <p:txBody>
          <a:bodyPr/>
          <a:lstStyle/>
          <a:p>
            <a:pPr marL="514350" indent="-514350" algn="l">
              <a:lnSpc>
                <a:spcPct val="150000"/>
              </a:lnSpc>
              <a:spcBef>
                <a:spcPts val="1000"/>
              </a:spcBef>
              <a:buClr>
                <a:srgbClr val="215D9F"/>
              </a:buClr>
              <a:buFont typeface="+mj-lt"/>
              <a:buAutoNum type="arabicPeriod"/>
            </a:pPr>
            <a:r>
              <a:rPr lang="en-US" sz="3200">
                <a:solidFill>
                  <a:srgbClr val="0070C0"/>
                </a:solidFill>
              </a:rPr>
              <a:t>Hàm từ thư viện có sẵn</a:t>
            </a:r>
          </a:p>
        </p:txBody>
      </p:sp>
      <p:sp>
        <p:nvSpPr>
          <p:cNvPr id="6147" name="Content Placeholder 2">
            <a:extLst>
              <a:ext uri="{FF2B5EF4-FFF2-40B4-BE49-F238E27FC236}">
                <a16:creationId xmlns:a16="http://schemas.microsoft.com/office/drawing/2014/main" id="{B389CA34-20DF-451F-B09F-9A7C082A79F9}"/>
              </a:ext>
            </a:extLst>
          </p:cNvPr>
          <p:cNvSpPr>
            <a:spLocks noGrp="1"/>
          </p:cNvSpPr>
          <p:nvPr>
            <p:ph idx="1"/>
          </p:nvPr>
        </p:nvSpPr>
        <p:spPr>
          <a:xfrm>
            <a:off x="303212" y="1051132"/>
            <a:ext cx="8534401" cy="5578268"/>
          </a:xfrm>
        </p:spPr>
        <p:txBody>
          <a:bodyPr/>
          <a:lstStyle/>
          <a:p>
            <a:pPr>
              <a:lnSpc>
                <a:spcPct val="150000"/>
              </a:lnSpc>
            </a:pPr>
            <a:r>
              <a:rPr lang="en-US" sz="2800" b="1" dirty="0" err="1">
                <a:latin typeface="Times New Roman" panose="02020603050405020304" pitchFamily="18" charset="0"/>
                <a:cs typeface="Times New Roman" panose="02020603050405020304" pitchFamily="18" charset="0"/>
              </a:rPr>
              <a:t>Hàm</a:t>
            </a:r>
            <a:r>
              <a:rPr lang="en-US" sz="2800" b="1" dirty="0">
                <a:latin typeface="Times New Roman" panose="02020603050405020304" pitchFamily="18" charset="0"/>
                <a:cs typeface="Times New Roman" panose="02020603050405020304" pitchFamily="18" charset="0"/>
              </a:rPr>
              <a:t> eval</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có</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thể</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tự</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tính</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toán</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chuỗi</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phép</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toán</a:t>
            </a:r>
            <a:r>
              <a:rPr lang="en-US" sz="2800" dirty="0">
                <a:latin typeface="Times New Roman" panose="02020603050405020304" pitchFamily="18" charset="0"/>
                <a:cs typeface="Times New Roman" panose="02020603050405020304" pitchFamily="18" charset="0"/>
              </a:rPr>
              <a:t>.</a:t>
            </a:r>
          </a:p>
          <a:p>
            <a:pPr algn="just">
              <a:lnSpc>
                <a:spcPct val="150000"/>
              </a:lnSpc>
            </a:pPr>
            <a:r>
              <a:rPr lang="en-US" sz="2800" dirty="0" err="1">
                <a:latin typeface="Times New Roman" panose="02020603050405020304" pitchFamily="18" charset="0"/>
                <a:cs typeface="Times New Roman" panose="02020603050405020304" pitchFamily="18" charset="0"/>
              </a:rPr>
              <a:t>Ví</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dụ</a:t>
            </a:r>
            <a:r>
              <a:rPr lang="en-US" sz="2800" dirty="0">
                <a:latin typeface="Times New Roman" panose="02020603050405020304" pitchFamily="18" charset="0"/>
                <a:cs typeface="Times New Roman" panose="02020603050405020304" pitchFamily="18" charset="0"/>
              </a:rPr>
              <a:t>:</a:t>
            </a:r>
          </a:p>
        </p:txBody>
      </p:sp>
      <p:sp>
        <p:nvSpPr>
          <p:cNvPr id="6148" name="Slide Number Placeholder 3">
            <a:extLst>
              <a:ext uri="{FF2B5EF4-FFF2-40B4-BE49-F238E27FC236}">
                <a16:creationId xmlns:a16="http://schemas.microsoft.com/office/drawing/2014/main" id="{6387F6B7-3E78-4DC2-ACF4-7A9010C88B16}"/>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E46C0A"/>
              </a:buClr>
              <a:buFont typeface="Wingdings" panose="05000000000000000000" pitchFamily="2" charset="2"/>
              <a:buChar char="v"/>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742950" indent="-285750">
              <a:spcBef>
                <a:spcPct val="20000"/>
              </a:spcBef>
              <a:buClr>
                <a:srgbClr val="E46C0A"/>
              </a:buClr>
              <a:buFont typeface="Wingdings" panose="05000000000000000000" pitchFamily="2" charset="2"/>
              <a:buChar char="q"/>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marL="1143000" indent="-228600">
              <a:spcBef>
                <a:spcPct val="20000"/>
              </a:spcBef>
              <a:buClr>
                <a:srgbClr val="E46C0A"/>
              </a:buClr>
              <a:buFont typeface="Wingdings" panose="05000000000000000000" pitchFamily="2" charset="2"/>
              <a:buChar char="Ø"/>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3pPr>
            <a:lvl4pPr marL="1600200" indent="-228600">
              <a:spcBef>
                <a:spcPct val="20000"/>
              </a:spcBef>
              <a:buClr>
                <a:srgbClr val="E46C0A"/>
              </a:buClr>
              <a:buFont typeface="Courier New" panose="02070309020205020404" pitchFamily="49" charset="0"/>
              <a:buChar char="o"/>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4pPr>
            <a:lvl5pPr marL="2057400" indent="-228600">
              <a:spcBef>
                <a:spcPct val="20000"/>
              </a:spcBef>
              <a:buFont typeface="Arial" panose="020B0604020202020204" pitchFamily="34" charset="0"/>
              <a:buChar char="»"/>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9pPr>
          </a:lstStyle>
          <a:p>
            <a:pPr>
              <a:spcBef>
                <a:spcPct val="0"/>
              </a:spcBef>
              <a:buClrTx/>
              <a:buFontTx/>
              <a:buNone/>
            </a:pPr>
            <a:fld id="{E4B56E55-BAAA-4880-94A1-7A8094250C64}" type="slidenum">
              <a:rPr lang="en-US" altLang="en-US" sz="1400" smtClean="0">
                <a:solidFill>
                  <a:srgbClr val="002060"/>
                </a:solidFill>
                <a:latin typeface="Arial" panose="020B0604020202020204" pitchFamily="34" charset="0"/>
                <a:cs typeface="Arial" panose="020B0604020202020204" pitchFamily="34" charset="0"/>
              </a:rPr>
              <a:pPr>
                <a:spcBef>
                  <a:spcPct val="0"/>
                </a:spcBef>
                <a:buClrTx/>
                <a:buFontTx/>
                <a:buNone/>
              </a:pPr>
              <a:t>12</a:t>
            </a:fld>
            <a:endParaRPr lang="en-US" altLang="en-US" sz="1400">
              <a:solidFill>
                <a:srgbClr val="002060"/>
              </a:solidFill>
              <a:latin typeface="Arial" panose="020B0604020202020204" pitchFamily="34" charset="0"/>
              <a:cs typeface="Arial" panose="020B0604020202020204" pitchFamily="34" charset="0"/>
            </a:endParaRPr>
          </a:p>
        </p:txBody>
      </p:sp>
      <p:sp>
        <p:nvSpPr>
          <p:cNvPr id="2" name="Rectangle 1">
            <a:extLst>
              <a:ext uri="{FF2B5EF4-FFF2-40B4-BE49-F238E27FC236}">
                <a16:creationId xmlns:a16="http://schemas.microsoft.com/office/drawing/2014/main" id="{8702FDF5-4B75-4CE7-B301-CAEE6FB09CA6}"/>
              </a:ext>
            </a:extLst>
          </p:cNvPr>
          <p:cNvSpPr>
            <a:spLocks noChangeArrowheads="1"/>
          </p:cNvSpPr>
          <p:nvPr/>
        </p:nvSpPr>
        <p:spPr bwMode="auto">
          <a:xfrm>
            <a:off x="914400" y="2589312"/>
            <a:ext cx="4724400" cy="3693319"/>
          </a:xfrm>
          <a:prstGeom prst="rect">
            <a:avLst/>
          </a:prstGeom>
          <a:solidFill>
            <a:srgbClr val="F4FBF4"/>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131513"/>
                </a:solidFill>
                <a:effectLst/>
                <a:latin typeface="Arial Unicode MS"/>
              </a:rPr>
              <a:t>&gt;&gt;&gt; </a:t>
            </a:r>
            <a:r>
              <a:rPr kumimoji="0" lang="en-US" altLang="en-US" sz="2000" b="0" i="0" u="none" strike="noStrike" cap="none" normalizeH="0" baseline="0" dirty="0">
                <a:ln>
                  <a:noFill/>
                </a:ln>
                <a:solidFill>
                  <a:srgbClr val="AD2BEE"/>
                </a:solidFill>
                <a:effectLst/>
                <a:latin typeface="Arial Unicode MS"/>
              </a:rPr>
              <a:t>eval</a:t>
            </a:r>
            <a:r>
              <a:rPr kumimoji="0" lang="en-US" altLang="en-US" sz="2000" b="0" i="0" u="none" strike="noStrike" cap="none" normalizeH="0" baseline="0" dirty="0">
                <a:ln>
                  <a:noFill/>
                </a:ln>
                <a:solidFill>
                  <a:srgbClr val="131513"/>
                </a:solidFill>
                <a:effectLst/>
                <a:latin typeface="Arial Unicode MS"/>
              </a:rPr>
              <a:t>(</a:t>
            </a:r>
            <a:r>
              <a:rPr kumimoji="0" lang="en-US" altLang="en-US" sz="2000" b="0" i="0" u="none" strike="noStrike" cap="none" normalizeH="0" baseline="0" dirty="0">
                <a:ln>
                  <a:noFill/>
                </a:ln>
                <a:solidFill>
                  <a:srgbClr val="29A329"/>
                </a:solidFill>
                <a:effectLst/>
                <a:latin typeface="Arial Unicode MS"/>
              </a:rPr>
              <a:t>"5 == 5"</a:t>
            </a:r>
            <a:r>
              <a:rPr kumimoji="0" lang="en-US" altLang="en-US" sz="2000" b="0" i="0" u="none" strike="noStrike" cap="none" normalizeH="0" baseline="0" dirty="0">
                <a:ln>
                  <a:noFill/>
                </a:ln>
                <a:solidFill>
                  <a:srgbClr val="131513"/>
                </a:solidFill>
                <a:effectLst/>
                <a:latin typeface="Arial Unicode MS"/>
              </a:rPr>
              <a:t>)</a:t>
            </a:r>
            <a:br>
              <a:rPr kumimoji="0" lang="en-US" altLang="en-US" sz="2000" b="0" i="0" u="none" strike="noStrike" cap="none" normalizeH="0" baseline="0" dirty="0">
                <a:ln>
                  <a:noFill/>
                </a:ln>
                <a:solidFill>
                  <a:schemeClr val="tx1"/>
                </a:solidFill>
                <a:effectLst/>
                <a:latin typeface="Menlo"/>
              </a:rPr>
            </a:br>
            <a:r>
              <a:rPr kumimoji="0" lang="en-US" altLang="en-US" sz="2000" b="0" i="0" u="none" strike="noStrike" cap="none" normalizeH="0" baseline="0" dirty="0">
                <a:ln>
                  <a:noFill/>
                </a:ln>
                <a:solidFill>
                  <a:srgbClr val="AD2BEE"/>
                </a:solidFill>
                <a:effectLst/>
                <a:latin typeface="Arial Unicode MS"/>
              </a:rPr>
              <a:t>True</a:t>
            </a:r>
            <a:br>
              <a:rPr kumimoji="0" lang="en-US" altLang="en-US" sz="2000" b="0" i="0" u="none" strike="noStrike" cap="none" normalizeH="0" baseline="0" dirty="0">
                <a:ln>
                  <a:noFill/>
                </a:ln>
                <a:solidFill>
                  <a:schemeClr val="tx1"/>
                </a:solidFill>
                <a:effectLst/>
                <a:latin typeface="Menlo"/>
              </a:rPr>
            </a:br>
            <a:br>
              <a:rPr kumimoji="0" lang="en-US" altLang="en-US" sz="2000" b="0" i="0" u="none" strike="noStrike" cap="none" normalizeH="0" baseline="0" dirty="0">
                <a:ln>
                  <a:noFill/>
                </a:ln>
                <a:solidFill>
                  <a:schemeClr val="tx1"/>
                </a:solidFill>
                <a:effectLst/>
                <a:latin typeface="Menlo"/>
              </a:rPr>
            </a:br>
            <a:r>
              <a:rPr kumimoji="0" lang="en-US" altLang="en-US" sz="2000" b="0" i="0" u="none" strike="noStrike" cap="none" normalizeH="0" baseline="0" dirty="0">
                <a:ln>
                  <a:noFill/>
                </a:ln>
                <a:solidFill>
                  <a:srgbClr val="131513"/>
                </a:solidFill>
                <a:effectLst/>
                <a:latin typeface="Arial Unicode MS"/>
              </a:rPr>
              <a:t>&gt;&gt;&gt; </a:t>
            </a:r>
            <a:r>
              <a:rPr kumimoji="0" lang="en-US" altLang="en-US" sz="2000" b="0" i="0" u="none" strike="noStrike" cap="none" normalizeH="0" baseline="0" dirty="0">
                <a:ln>
                  <a:noFill/>
                </a:ln>
                <a:solidFill>
                  <a:srgbClr val="AD2BEE"/>
                </a:solidFill>
                <a:effectLst/>
                <a:latin typeface="Arial Unicode MS"/>
              </a:rPr>
              <a:t>eval</a:t>
            </a:r>
            <a:r>
              <a:rPr kumimoji="0" lang="en-US" altLang="en-US" sz="2000" b="0" i="0" u="none" strike="noStrike" cap="none" normalizeH="0" baseline="0" dirty="0">
                <a:ln>
                  <a:noFill/>
                </a:ln>
                <a:solidFill>
                  <a:srgbClr val="131513"/>
                </a:solidFill>
                <a:effectLst/>
                <a:latin typeface="Arial Unicode MS"/>
              </a:rPr>
              <a:t>(</a:t>
            </a:r>
            <a:r>
              <a:rPr kumimoji="0" lang="en-US" altLang="en-US" sz="2000" b="0" i="0" u="none" strike="noStrike" cap="none" normalizeH="0" baseline="0" dirty="0">
                <a:ln>
                  <a:noFill/>
                </a:ln>
                <a:solidFill>
                  <a:srgbClr val="29A329"/>
                </a:solidFill>
                <a:effectLst/>
                <a:latin typeface="Arial Unicode MS"/>
              </a:rPr>
              <a:t>"4 &lt; 10"</a:t>
            </a:r>
            <a:r>
              <a:rPr kumimoji="0" lang="en-US" altLang="en-US" sz="2000" b="0" i="0" u="none" strike="noStrike" cap="none" normalizeH="0" baseline="0" dirty="0">
                <a:ln>
                  <a:noFill/>
                </a:ln>
                <a:solidFill>
                  <a:srgbClr val="131513"/>
                </a:solidFill>
                <a:effectLst/>
                <a:latin typeface="Arial Unicode MS"/>
              </a:rPr>
              <a:t>)</a:t>
            </a:r>
            <a:br>
              <a:rPr kumimoji="0" lang="en-US" altLang="en-US" sz="2000" b="0" i="0" u="none" strike="noStrike" cap="none" normalizeH="0" baseline="0" dirty="0">
                <a:ln>
                  <a:noFill/>
                </a:ln>
                <a:solidFill>
                  <a:schemeClr val="tx1"/>
                </a:solidFill>
                <a:effectLst/>
                <a:latin typeface="Menlo"/>
              </a:rPr>
            </a:br>
            <a:r>
              <a:rPr kumimoji="0" lang="en-US" altLang="en-US" sz="2000" b="0" i="0" u="none" strike="noStrike" cap="none" normalizeH="0" baseline="0" dirty="0">
                <a:ln>
                  <a:noFill/>
                </a:ln>
                <a:solidFill>
                  <a:srgbClr val="AD2BEE"/>
                </a:solidFill>
                <a:effectLst/>
                <a:latin typeface="Arial Unicode MS"/>
              </a:rPr>
              <a:t>True</a:t>
            </a:r>
            <a:br>
              <a:rPr kumimoji="0" lang="en-US" altLang="en-US" sz="2000" b="0" i="0" u="none" strike="noStrike" cap="none" normalizeH="0" baseline="0" dirty="0">
                <a:ln>
                  <a:noFill/>
                </a:ln>
                <a:solidFill>
                  <a:schemeClr val="tx1"/>
                </a:solidFill>
                <a:effectLst/>
                <a:latin typeface="Menlo"/>
              </a:rPr>
            </a:br>
            <a:br>
              <a:rPr kumimoji="0" lang="en-US" altLang="en-US" sz="2000" b="0" i="0" u="none" strike="noStrike" cap="none" normalizeH="0" baseline="0" dirty="0">
                <a:ln>
                  <a:noFill/>
                </a:ln>
                <a:solidFill>
                  <a:schemeClr val="tx1"/>
                </a:solidFill>
                <a:effectLst/>
                <a:latin typeface="Menlo"/>
              </a:rPr>
            </a:br>
            <a:r>
              <a:rPr kumimoji="0" lang="en-US" altLang="en-US" sz="2000" b="0" i="0" u="none" strike="noStrike" cap="none" normalizeH="0" baseline="0" dirty="0">
                <a:ln>
                  <a:noFill/>
                </a:ln>
                <a:solidFill>
                  <a:srgbClr val="131513"/>
                </a:solidFill>
                <a:effectLst/>
                <a:latin typeface="Arial Unicode MS"/>
              </a:rPr>
              <a:t>&gt;&gt;&gt; </a:t>
            </a:r>
            <a:r>
              <a:rPr kumimoji="0" lang="en-US" altLang="en-US" sz="2000" b="0" i="0" u="none" strike="noStrike" cap="none" normalizeH="0" baseline="0" dirty="0">
                <a:ln>
                  <a:noFill/>
                </a:ln>
                <a:solidFill>
                  <a:srgbClr val="AD2BEE"/>
                </a:solidFill>
                <a:effectLst/>
                <a:latin typeface="Arial Unicode MS"/>
              </a:rPr>
              <a:t>eval</a:t>
            </a:r>
            <a:r>
              <a:rPr kumimoji="0" lang="en-US" altLang="en-US" sz="2000" b="0" i="0" u="none" strike="noStrike" cap="none" normalizeH="0" baseline="0" dirty="0">
                <a:ln>
                  <a:noFill/>
                </a:ln>
                <a:solidFill>
                  <a:srgbClr val="131513"/>
                </a:solidFill>
                <a:effectLst/>
                <a:latin typeface="Arial Unicode MS"/>
              </a:rPr>
              <a:t>(</a:t>
            </a:r>
            <a:r>
              <a:rPr kumimoji="0" lang="en-US" altLang="en-US" sz="2000" b="0" i="0" u="none" strike="noStrike" cap="none" normalizeH="0" baseline="0" dirty="0">
                <a:ln>
                  <a:noFill/>
                </a:ln>
                <a:solidFill>
                  <a:srgbClr val="29A329"/>
                </a:solidFill>
                <a:effectLst/>
                <a:latin typeface="Arial Unicode MS"/>
              </a:rPr>
              <a:t>"8 + 4 - 2 * 3"</a:t>
            </a:r>
            <a:r>
              <a:rPr kumimoji="0" lang="en-US" altLang="en-US" sz="2000" b="0" i="0" u="none" strike="noStrike" cap="none" normalizeH="0" baseline="0" dirty="0">
                <a:ln>
                  <a:noFill/>
                </a:ln>
                <a:solidFill>
                  <a:srgbClr val="131513"/>
                </a:solidFill>
                <a:effectLst/>
                <a:latin typeface="Arial Unicode MS"/>
              </a:rPr>
              <a:t>)</a:t>
            </a:r>
            <a:br>
              <a:rPr kumimoji="0" lang="en-US" altLang="en-US" sz="2000" b="0" i="0" u="none" strike="noStrike" cap="none" normalizeH="0" baseline="0" dirty="0">
                <a:ln>
                  <a:noFill/>
                </a:ln>
                <a:solidFill>
                  <a:schemeClr val="tx1"/>
                </a:solidFill>
                <a:effectLst/>
                <a:latin typeface="Menlo"/>
              </a:rPr>
            </a:br>
            <a:r>
              <a:rPr kumimoji="0" lang="en-US" altLang="en-US" sz="2000" b="0" i="0" u="none" strike="noStrike" cap="none" normalizeH="0" baseline="0" dirty="0">
                <a:ln>
                  <a:noFill/>
                </a:ln>
                <a:solidFill>
                  <a:srgbClr val="87711D"/>
                </a:solidFill>
                <a:effectLst/>
                <a:latin typeface="Arial Unicode MS"/>
              </a:rPr>
              <a:t>6</a:t>
            </a:r>
            <a:r>
              <a:rPr kumimoji="0" lang="en-US" altLang="en-US" sz="2000" b="0" i="0" u="none" strike="noStrike" cap="none" normalizeH="0" baseline="0" dirty="0">
                <a:ln>
                  <a:noFill/>
                </a:ln>
                <a:solidFill>
                  <a:schemeClr val="tx1"/>
                </a:solidFill>
                <a:effectLst/>
              </a:rPr>
              <a:t>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endParaRPr>
          </a:p>
          <a:p>
            <a:r>
              <a:rPr lang="en-US" altLang="en-US" sz="2000" dirty="0">
                <a:solidFill>
                  <a:srgbClr val="131513"/>
                </a:solidFill>
                <a:latin typeface="Arial Unicode MS"/>
              </a:rPr>
              <a:t>&gt;&gt;&gt; </a:t>
            </a:r>
            <a:r>
              <a:rPr lang="en-US" altLang="en-US" sz="2000" dirty="0">
                <a:solidFill>
                  <a:srgbClr val="AD2BEE"/>
                </a:solidFill>
                <a:latin typeface="Arial Unicode MS"/>
              </a:rPr>
              <a:t>eval</a:t>
            </a:r>
            <a:r>
              <a:rPr lang="en-US" altLang="en-US" sz="2000" dirty="0">
                <a:solidFill>
                  <a:srgbClr val="131513"/>
                </a:solidFill>
                <a:latin typeface="Arial Unicode MS"/>
              </a:rPr>
              <a:t>(</a:t>
            </a:r>
            <a:r>
              <a:rPr lang="en-US" altLang="en-US" sz="2000" dirty="0">
                <a:solidFill>
                  <a:srgbClr val="29A329"/>
                </a:solidFill>
                <a:latin typeface="Arial Unicode MS"/>
              </a:rPr>
              <a:t>"10 ** 2"</a:t>
            </a:r>
            <a:r>
              <a:rPr lang="en-US" altLang="en-US" sz="2000" dirty="0">
                <a:solidFill>
                  <a:srgbClr val="131513"/>
                </a:solidFill>
                <a:latin typeface="Arial Unicode MS"/>
              </a:rPr>
              <a:t>)</a:t>
            </a:r>
            <a:br>
              <a:rPr lang="en-US" altLang="en-US" sz="2000" dirty="0">
                <a:latin typeface="Menlo"/>
              </a:rPr>
            </a:br>
            <a:r>
              <a:rPr lang="en-US" altLang="en-US" sz="2000" dirty="0">
                <a:solidFill>
                  <a:srgbClr val="87711D"/>
                </a:solidFill>
                <a:latin typeface="Arial Unicode MS"/>
              </a:rPr>
              <a:t>100</a:t>
            </a:r>
            <a:r>
              <a:rPr lang="en-US" altLang="en-US" sz="2000" dirty="0"/>
              <a:t>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6793837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AD2704CE-C6D1-41A0-8FEA-203853D2A9FD}"/>
              </a:ext>
            </a:extLst>
          </p:cNvPr>
          <p:cNvSpPr>
            <a:spLocks noGrp="1"/>
          </p:cNvSpPr>
          <p:nvPr>
            <p:ph type="title"/>
          </p:nvPr>
        </p:nvSpPr>
        <p:spPr>
          <a:xfrm>
            <a:off x="152401" y="0"/>
            <a:ext cx="9028112" cy="914400"/>
          </a:xfrm>
        </p:spPr>
        <p:txBody>
          <a:bodyPr/>
          <a:lstStyle/>
          <a:p>
            <a:pPr algn="l">
              <a:lnSpc>
                <a:spcPct val="150000"/>
              </a:lnSpc>
              <a:spcBef>
                <a:spcPts val="1000"/>
              </a:spcBef>
              <a:buClr>
                <a:srgbClr val="215D9F"/>
              </a:buClr>
            </a:pPr>
            <a:r>
              <a:rPr lang="en-US" sz="3200">
                <a:solidFill>
                  <a:srgbClr val="0070C0"/>
                </a:solidFill>
              </a:rPr>
              <a:t>2. Bài tập</a:t>
            </a:r>
          </a:p>
        </p:txBody>
      </p:sp>
      <p:sp>
        <p:nvSpPr>
          <p:cNvPr id="6147" name="Content Placeholder 2">
            <a:extLst>
              <a:ext uri="{FF2B5EF4-FFF2-40B4-BE49-F238E27FC236}">
                <a16:creationId xmlns:a16="http://schemas.microsoft.com/office/drawing/2014/main" id="{B389CA34-20DF-451F-B09F-9A7C082A79F9}"/>
              </a:ext>
            </a:extLst>
          </p:cNvPr>
          <p:cNvSpPr>
            <a:spLocks noGrp="1"/>
          </p:cNvSpPr>
          <p:nvPr>
            <p:ph idx="1"/>
          </p:nvPr>
        </p:nvSpPr>
        <p:spPr>
          <a:xfrm>
            <a:off x="304799" y="1143000"/>
            <a:ext cx="8610601" cy="5610224"/>
          </a:xfrm>
        </p:spPr>
        <p:txBody>
          <a:bodyPr/>
          <a:lstStyle/>
          <a:p>
            <a:pPr algn="just">
              <a:lnSpc>
                <a:spcPct val="150000"/>
              </a:lnSpc>
            </a:pPr>
            <a:r>
              <a:rPr lang="en-US" sz="3000" dirty="0" err="1">
                <a:latin typeface="Times New Roman" pitchFamily="18" charset="0"/>
                <a:cs typeface="Times New Roman" pitchFamily="18" charset="0"/>
              </a:rPr>
              <a:t>Máy</a:t>
            </a:r>
            <a:r>
              <a:rPr lang="en-US" sz="3000" dirty="0">
                <a:latin typeface="Times New Roman" pitchFamily="18" charset="0"/>
                <a:cs typeface="Times New Roman" pitchFamily="18" charset="0"/>
              </a:rPr>
              <a:t> in </a:t>
            </a:r>
            <a:r>
              <a:rPr lang="en-US" sz="3000" dirty="0" err="1">
                <a:latin typeface="Times New Roman" pitchFamily="18" charset="0"/>
                <a:cs typeface="Times New Roman" pitchFamily="18" charset="0"/>
              </a:rPr>
              <a:t>ra</a:t>
            </a:r>
            <a:r>
              <a:rPr lang="en-US" sz="3000" dirty="0">
                <a:latin typeface="Times New Roman" pitchFamily="18" charset="0"/>
                <a:cs typeface="Times New Roman" pitchFamily="18" charset="0"/>
              </a:rPr>
              <a:t> 1 </a:t>
            </a:r>
            <a:r>
              <a:rPr lang="en-US" sz="3000" dirty="0" err="1">
                <a:latin typeface="Times New Roman" pitchFamily="18" charset="0"/>
                <a:cs typeface="Times New Roman" pitchFamily="18" charset="0"/>
              </a:rPr>
              <a:t>số</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trong</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đoạn</a:t>
            </a:r>
            <a:r>
              <a:rPr lang="en-US" sz="3000" dirty="0">
                <a:latin typeface="Times New Roman" pitchFamily="18" charset="0"/>
                <a:cs typeface="Times New Roman" pitchFamily="18" charset="0"/>
              </a:rPr>
              <a:t> [1...100]. Ng</a:t>
            </a:r>
            <a:r>
              <a:rPr lang="vi-VN" sz="3000" dirty="0">
                <a:latin typeface="Times New Roman" pitchFamily="18" charset="0"/>
                <a:cs typeface="Times New Roman" pitchFamily="18" charset="0"/>
              </a:rPr>
              <a:t>ư</a:t>
            </a:r>
            <a:r>
              <a:rPr lang="en-US" sz="3000" dirty="0" err="1">
                <a:latin typeface="Times New Roman" pitchFamily="18" charset="0"/>
                <a:cs typeface="Times New Roman" pitchFamily="18" charset="0"/>
              </a:rPr>
              <a:t>ời</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ch</a:t>
            </a:r>
            <a:r>
              <a:rPr lang="vi-VN" sz="3000" dirty="0">
                <a:latin typeface="Times New Roman" pitchFamily="18" charset="0"/>
                <a:cs typeface="Times New Roman" pitchFamily="18" charset="0"/>
              </a:rPr>
              <a:t>ơ</a:t>
            </a:r>
            <a:r>
              <a:rPr lang="en-US" sz="3000" dirty="0" err="1">
                <a:latin typeface="Times New Roman" pitchFamily="18" charset="0"/>
                <a:cs typeface="Times New Roman" pitchFamily="18" charset="0"/>
              </a:rPr>
              <a:t>i</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đoán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số</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chỉ</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đ</a:t>
            </a:r>
            <a:r>
              <a:rPr lang="vi-VN" sz="3000" dirty="0">
                <a:latin typeface="Times New Roman" pitchFamily="18" charset="0"/>
                <a:cs typeface="Times New Roman" pitchFamily="18" charset="0"/>
              </a:rPr>
              <a:t>ư</a:t>
            </a:r>
            <a:r>
              <a:rPr lang="en-US" sz="3000" dirty="0" err="1">
                <a:latin typeface="Times New Roman" pitchFamily="18" charset="0"/>
                <a:cs typeface="Times New Roman" pitchFamily="18" charset="0"/>
              </a:rPr>
              <a:t>ợc</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phép</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đoán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sai</a:t>
            </a:r>
            <a:r>
              <a:rPr lang="en-US" sz="3000" dirty="0">
                <a:latin typeface="Times New Roman" pitchFamily="18" charset="0"/>
                <a:cs typeface="Times New Roman" pitchFamily="18" charset="0"/>
              </a:rPr>
              <a:t> 7 </a:t>
            </a:r>
            <a:r>
              <a:rPr lang="en-US" sz="3000" dirty="0" err="1">
                <a:latin typeface="Times New Roman" pitchFamily="18" charset="0"/>
                <a:cs typeface="Times New Roman" pitchFamily="18" charset="0"/>
              </a:rPr>
              <a:t>lần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Mỗi</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lần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đoán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sẽ</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thông</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báo</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số</a:t>
            </a:r>
            <a:r>
              <a:rPr lang="en-US" sz="3000" dirty="0">
                <a:latin typeface="Times New Roman" pitchFamily="18" charset="0"/>
                <a:cs typeface="Times New Roman" pitchFamily="18" charset="0"/>
              </a:rPr>
              <a:t> ng</a:t>
            </a:r>
            <a:r>
              <a:rPr lang="vi-VN" sz="3000" dirty="0">
                <a:latin typeface="Times New Roman" pitchFamily="18" charset="0"/>
                <a:cs typeface="Times New Roman" pitchFamily="18" charset="0"/>
              </a:rPr>
              <a:t>ư</a:t>
            </a:r>
            <a:r>
              <a:rPr lang="en-US" sz="3000" dirty="0" err="1">
                <a:latin typeface="Times New Roman" pitchFamily="18" charset="0"/>
                <a:cs typeface="Times New Roman" pitchFamily="18" charset="0"/>
              </a:rPr>
              <a:t>ời</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ch</a:t>
            </a:r>
            <a:r>
              <a:rPr lang="vi-VN" sz="3000" dirty="0">
                <a:latin typeface="Times New Roman" pitchFamily="18" charset="0"/>
                <a:cs typeface="Times New Roman" pitchFamily="18" charset="0"/>
              </a:rPr>
              <a:t>ơ</a:t>
            </a:r>
            <a:r>
              <a:rPr lang="en-US" sz="3000" dirty="0" err="1">
                <a:latin typeface="Times New Roman" pitchFamily="18" charset="0"/>
                <a:cs typeface="Times New Roman" pitchFamily="18" charset="0"/>
              </a:rPr>
              <a:t>i</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đoán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nhỏ</a:t>
            </a:r>
            <a:r>
              <a:rPr lang="en-US" sz="3000" dirty="0">
                <a:latin typeface="Times New Roman" pitchFamily="18" charset="0"/>
                <a:cs typeface="Times New Roman" pitchFamily="18" charset="0"/>
              </a:rPr>
              <a:t> h</a:t>
            </a:r>
            <a:r>
              <a:rPr lang="vi-VN" sz="3000" dirty="0">
                <a:latin typeface="Times New Roman" pitchFamily="18" charset="0"/>
                <a:cs typeface="Times New Roman" pitchFamily="18" charset="0"/>
              </a:rPr>
              <a:t>ơ</a:t>
            </a:r>
            <a:r>
              <a:rPr lang="en-US" sz="3000" dirty="0">
                <a:latin typeface="Times New Roman" pitchFamily="18" charset="0"/>
                <a:cs typeface="Times New Roman" pitchFamily="18" charset="0"/>
              </a:rPr>
              <a:t>n hay </a:t>
            </a:r>
            <a:r>
              <a:rPr lang="en-US" sz="3000" dirty="0" err="1">
                <a:latin typeface="Times New Roman" pitchFamily="18" charset="0"/>
                <a:cs typeface="Times New Roman" pitchFamily="18" charset="0"/>
              </a:rPr>
              <a:t>lớn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hơn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số</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của</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máy</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và</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hiển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thị</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số</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lần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đoán</a:t>
            </a:r>
            <a:r>
              <a:rPr lang="en-US" sz="3000" dirty="0">
                <a:latin typeface="Times New Roman" pitchFamily="18" charset="0"/>
                <a:cs typeface="Times New Roman" pitchFamily="18" charset="0"/>
              </a:rPr>
              <a:t>. Game </a:t>
            </a:r>
            <a:r>
              <a:rPr lang="en-US" sz="3000" dirty="0" err="1">
                <a:latin typeface="Times New Roman" pitchFamily="18" charset="0"/>
                <a:cs typeface="Times New Roman" pitchFamily="18" charset="0"/>
              </a:rPr>
              <a:t>kết</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thúc</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khi</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Đoán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sai</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quá</a:t>
            </a:r>
            <a:r>
              <a:rPr lang="en-US" sz="3000" dirty="0">
                <a:latin typeface="Times New Roman" pitchFamily="18" charset="0"/>
                <a:cs typeface="Times New Roman" pitchFamily="18" charset="0"/>
              </a:rPr>
              <a:t> 7 </a:t>
            </a:r>
            <a:r>
              <a:rPr lang="en-US" sz="3000" dirty="0" err="1">
                <a:latin typeface="Times New Roman" pitchFamily="18" charset="0"/>
                <a:cs typeface="Times New Roman" pitchFamily="18" charset="0"/>
              </a:rPr>
              <a:t>lần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hoặc</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đoán</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trúng</a:t>
            </a:r>
            <a:r>
              <a:rPr lang="en-US" sz="3000" dirty="0">
                <a:latin typeface="Times New Roman" pitchFamily="18" charset="0"/>
                <a:cs typeface="Times New Roman" pitchFamily="18" charset="0"/>
              </a:rPr>
              <a:t> tr</a:t>
            </a:r>
            <a:r>
              <a:rPr lang="vi-VN" sz="3000" dirty="0">
                <a:latin typeface="Times New Roman" pitchFamily="18" charset="0"/>
                <a:cs typeface="Times New Roman" pitchFamily="18" charset="0"/>
              </a:rPr>
              <a:t>ư</a:t>
            </a:r>
            <a:r>
              <a:rPr lang="en-US" sz="3000" dirty="0" err="1">
                <a:latin typeface="Times New Roman" pitchFamily="18" charset="0"/>
                <a:cs typeface="Times New Roman" pitchFamily="18" charset="0"/>
              </a:rPr>
              <a:t>ớc</a:t>
            </a:r>
            <a:r>
              <a:rPr lang="en-US" sz="3000" dirty="0">
                <a:latin typeface="Times New Roman" pitchFamily="18" charset="0"/>
                <a:cs typeface="Times New Roman" pitchFamily="18" charset="0"/>
              </a:rPr>
              <a:t> 7 </a:t>
            </a:r>
            <a:r>
              <a:rPr lang="en-US" sz="3000" dirty="0" err="1">
                <a:latin typeface="Times New Roman" pitchFamily="18" charset="0"/>
                <a:cs typeface="Times New Roman" pitchFamily="18" charset="0"/>
              </a:rPr>
              <a:t>lần</a:t>
            </a:r>
            <a:r>
              <a:rPr lang="en-US" sz="3000" dirty="0">
                <a:latin typeface="Times New Roman" pitchFamily="18" charset="0"/>
                <a:cs typeface="Times New Roman" pitchFamily="18" charset="0"/>
              </a:rPr>
              <a:t>. Sau </a:t>
            </a:r>
            <a:r>
              <a:rPr lang="en-US" sz="3000" dirty="0" err="1">
                <a:latin typeface="Times New Roman" pitchFamily="18" charset="0"/>
                <a:cs typeface="Times New Roman" pitchFamily="18" charset="0"/>
              </a:rPr>
              <a:t>khi</a:t>
            </a:r>
            <a:r>
              <a:rPr lang="en-US" sz="3000" dirty="0">
                <a:latin typeface="Times New Roman" pitchFamily="18" charset="0"/>
                <a:cs typeface="Times New Roman" pitchFamily="18" charset="0"/>
              </a:rPr>
              <a:t> game </a:t>
            </a:r>
            <a:r>
              <a:rPr lang="en-US" sz="3000" dirty="0" err="1">
                <a:latin typeface="Times New Roman" pitchFamily="18" charset="0"/>
                <a:cs typeface="Times New Roman" pitchFamily="18" charset="0"/>
              </a:rPr>
              <a:t>kết</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thúc</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hỏi</a:t>
            </a:r>
            <a:r>
              <a:rPr lang="en-US" sz="3000" dirty="0">
                <a:latin typeface="Times New Roman" pitchFamily="18" charset="0"/>
                <a:cs typeface="Times New Roman" pitchFamily="18" charset="0"/>
              </a:rPr>
              <a:t> ng</a:t>
            </a:r>
            <a:r>
              <a:rPr lang="vi-VN" sz="3000" dirty="0">
                <a:latin typeface="Times New Roman" pitchFamily="18" charset="0"/>
                <a:cs typeface="Times New Roman" pitchFamily="18" charset="0"/>
              </a:rPr>
              <a:t>ư</a:t>
            </a:r>
            <a:r>
              <a:rPr lang="en-US" sz="3000" dirty="0" err="1">
                <a:latin typeface="Times New Roman" pitchFamily="18" charset="0"/>
                <a:cs typeface="Times New Roman" pitchFamily="18" charset="0"/>
              </a:rPr>
              <a:t>ời</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ch</a:t>
            </a:r>
            <a:r>
              <a:rPr lang="vi-VN" sz="3000" dirty="0">
                <a:latin typeface="Times New Roman" pitchFamily="18" charset="0"/>
                <a:cs typeface="Times New Roman" pitchFamily="18" charset="0"/>
              </a:rPr>
              <a:t>ơ</a:t>
            </a:r>
            <a:r>
              <a:rPr lang="en-US" sz="3000" dirty="0" err="1">
                <a:latin typeface="Times New Roman" pitchFamily="18" charset="0"/>
                <a:cs typeface="Times New Roman" pitchFamily="18" charset="0"/>
              </a:rPr>
              <a:t>i</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có</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tiếp</a:t>
            </a: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tục</a:t>
            </a:r>
            <a:r>
              <a:rPr lang="en-US" sz="3000" dirty="0">
                <a:latin typeface="Times New Roman" pitchFamily="18" charset="0"/>
                <a:cs typeface="Times New Roman" pitchFamily="18" charset="0"/>
              </a:rPr>
              <a:t> hay </a:t>
            </a:r>
            <a:r>
              <a:rPr lang="en-US" sz="3000" dirty="0" err="1">
                <a:latin typeface="Times New Roman" pitchFamily="18" charset="0"/>
                <a:cs typeface="Times New Roman" pitchFamily="18" charset="0"/>
              </a:rPr>
              <a:t>không</a:t>
            </a:r>
            <a:r>
              <a:rPr lang="en-US" sz="3000" dirty="0">
                <a:latin typeface="Times New Roman" pitchFamily="18" charset="0"/>
                <a:cs typeface="Times New Roman" pitchFamily="18" charset="0"/>
              </a:rPr>
              <a:t>?</a:t>
            </a:r>
          </a:p>
          <a:p>
            <a:pPr marL="0" lvl="0" indent="0">
              <a:lnSpc>
                <a:spcPct val="150000"/>
              </a:lnSpc>
              <a:spcBef>
                <a:spcPts val="0"/>
              </a:spcBef>
              <a:buNone/>
            </a:pPr>
            <a:endParaRPr lang="en-US" sz="3000" dirty="0">
              <a:solidFill>
                <a:srgbClr val="002060"/>
              </a:solidFill>
              <a:latin typeface="Cambria" panose="02040503050406030204" pitchFamily="18" charset="0"/>
            </a:endParaRPr>
          </a:p>
        </p:txBody>
      </p:sp>
      <p:sp>
        <p:nvSpPr>
          <p:cNvPr id="6148" name="Slide Number Placeholder 3">
            <a:extLst>
              <a:ext uri="{FF2B5EF4-FFF2-40B4-BE49-F238E27FC236}">
                <a16:creationId xmlns:a16="http://schemas.microsoft.com/office/drawing/2014/main" id="{6387F6B7-3E78-4DC2-ACF4-7A9010C88B16}"/>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E46C0A"/>
              </a:buClr>
              <a:buFont typeface="Wingdings" panose="05000000000000000000" pitchFamily="2" charset="2"/>
              <a:buChar char="v"/>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742950" indent="-285750">
              <a:spcBef>
                <a:spcPct val="20000"/>
              </a:spcBef>
              <a:buClr>
                <a:srgbClr val="E46C0A"/>
              </a:buClr>
              <a:buFont typeface="Wingdings" panose="05000000000000000000" pitchFamily="2" charset="2"/>
              <a:buChar char="q"/>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marL="1143000" indent="-228600">
              <a:spcBef>
                <a:spcPct val="20000"/>
              </a:spcBef>
              <a:buClr>
                <a:srgbClr val="E46C0A"/>
              </a:buClr>
              <a:buFont typeface="Wingdings" panose="05000000000000000000" pitchFamily="2" charset="2"/>
              <a:buChar char="Ø"/>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3pPr>
            <a:lvl4pPr marL="1600200" indent="-228600">
              <a:spcBef>
                <a:spcPct val="20000"/>
              </a:spcBef>
              <a:buClr>
                <a:srgbClr val="E46C0A"/>
              </a:buClr>
              <a:buFont typeface="Courier New" panose="02070309020205020404" pitchFamily="49" charset="0"/>
              <a:buChar char="o"/>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4pPr>
            <a:lvl5pPr marL="2057400" indent="-228600">
              <a:spcBef>
                <a:spcPct val="20000"/>
              </a:spcBef>
              <a:buFont typeface="Arial" panose="020B0604020202020204" pitchFamily="34" charset="0"/>
              <a:buChar char="»"/>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9pPr>
          </a:lstStyle>
          <a:p>
            <a:pPr>
              <a:spcBef>
                <a:spcPct val="0"/>
              </a:spcBef>
              <a:buClrTx/>
              <a:buFontTx/>
              <a:buNone/>
            </a:pPr>
            <a:fld id="{E4B56E55-BAAA-4880-94A1-7A8094250C64}" type="slidenum">
              <a:rPr lang="en-US" altLang="en-US" sz="1400" smtClean="0">
                <a:solidFill>
                  <a:srgbClr val="002060"/>
                </a:solidFill>
                <a:latin typeface="Arial" panose="020B0604020202020204" pitchFamily="34" charset="0"/>
                <a:cs typeface="Arial" panose="020B0604020202020204" pitchFamily="34" charset="0"/>
              </a:rPr>
              <a:pPr>
                <a:spcBef>
                  <a:spcPct val="0"/>
                </a:spcBef>
                <a:buClrTx/>
                <a:buFontTx/>
                <a:buNone/>
              </a:pPr>
              <a:t>13</a:t>
            </a:fld>
            <a:endParaRPr lang="en-US" altLang="en-US" sz="1400">
              <a:solidFill>
                <a:srgbClr val="00206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5184424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AD2704CE-C6D1-41A0-8FEA-203853D2A9FD}"/>
              </a:ext>
            </a:extLst>
          </p:cNvPr>
          <p:cNvSpPr>
            <a:spLocks noGrp="1"/>
          </p:cNvSpPr>
          <p:nvPr>
            <p:ph type="title"/>
          </p:nvPr>
        </p:nvSpPr>
        <p:spPr>
          <a:xfrm>
            <a:off x="152401" y="0"/>
            <a:ext cx="9028112" cy="914400"/>
          </a:xfrm>
        </p:spPr>
        <p:txBody>
          <a:bodyPr/>
          <a:lstStyle/>
          <a:p>
            <a:pPr algn="l">
              <a:lnSpc>
                <a:spcPct val="150000"/>
              </a:lnSpc>
              <a:spcBef>
                <a:spcPts val="1000"/>
              </a:spcBef>
              <a:buClr>
                <a:srgbClr val="215D9F"/>
              </a:buClr>
            </a:pPr>
            <a:r>
              <a:rPr lang="en-US" sz="3200">
                <a:solidFill>
                  <a:srgbClr val="0070C0"/>
                </a:solidFill>
              </a:rPr>
              <a:t>2. Bài tập</a:t>
            </a:r>
          </a:p>
        </p:txBody>
      </p:sp>
      <p:sp>
        <p:nvSpPr>
          <p:cNvPr id="6147" name="Content Placeholder 2">
            <a:extLst>
              <a:ext uri="{FF2B5EF4-FFF2-40B4-BE49-F238E27FC236}">
                <a16:creationId xmlns:a16="http://schemas.microsoft.com/office/drawing/2014/main" id="{B389CA34-20DF-451F-B09F-9A7C082A79F9}"/>
              </a:ext>
            </a:extLst>
          </p:cNvPr>
          <p:cNvSpPr>
            <a:spLocks noGrp="1"/>
          </p:cNvSpPr>
          <p:nvPr>
            <p:ph idx="1"/>
          </p:nvPr>
        </p:nvSpPr>
        <p:spPr>
          <a:xfrm>
            <a:off x="304799" y="1143000"/>
            <a:ext cx="8686799" cy="5610224"/>
          </a:xfrm>
        </p:spPr>
        <p:txBody>
          <a:bodyPr/>
          <a:lstStyle/>
          <a:p>
            <a:pPr marL="0" indent="0">
              <a:lnSpc>
                <a:spcPct val="150000"/>
              </a:lnSpc>
              <a:spcBef>
                <a:spcPts val="0"/>
              </a:spcBef>
              <a:buNone/>
            </a:pPr>
            <a:endParaRPr lang="en-US" sz="2800"/>
          </a:p>
          <a:p>
            <a:pPr marL="0" lvl="0" indent="0">
              <a:lnSpc>
                <a:spcPct val="150000"/>
              </a:lnSpc>
              <a:spcBef>
                <a:spcPts val="0"/>
              </a:spcBef>
              <a:buNone/>
            </a:pPr>
            <a:endParaRPr lang="en-US" sz="2800">
              <a:solidFill>
                <a:srgbClr val="002060"/>
              </a:solidFill>
              <a:latin typeface="Cambria" panose="02040503050406030204" pitchFamily="18" charset="0"/>
            </a:endParaRPr>
          </a:p>
          <a:p>
            <a:pPr marL="0" lvl="0" indent="0">
              <a:lnSpc>
                <a:spcPct val="150000"/>
              </a:lnSpc>
              <a:spcBef>
                <a:spcPts val="0"/>
              </a:spcBef>
              <a:buNone/>
            </a:pPr>
            <a:endParaRPr lang="en-US" sz="2800">
              <a:solidFill>
                <a:srgbClr val="002060"/>
              </a:solidFill>
              <a:latin typeface="Cambria" panose="02040503050406030204" pitchFamily="18" charset="0"/>
            </a:endParaRPr>
          </a:p>
          <a:p>
            <a:pPr marL="0" lvl="0" indent="0">
              <a:lnSpc>
                <a:spcPct val="150000"/>
              </a:lnSpc>
              <a:spcBef>
                <a:spcPts val="0"/>
              </a:spcBef>
              <a:buNone/>
            </a:pPr>
            <a:endParaRPr lang="en-US" sz="2800">
              <a:solidFill>
                <a:srgbClr val="002060"/>
              </a:solidFill>
              <a:latin typeface="Cambria" panose="02040503050406030204" pitchFamily="18" charset="0"/>
            </a:endParaRPr>
          </a:p>
          <a:p>
            <a:pPr marL="0" lvl="0" indent="0">
              <a:lnSpc>
                <a:spcPct val="150000"/>
              </a:lnSpc>
              <a:spcBef>
                <a:spcPts val="0"/>
              </a:spcBef>
              <a:buNone/>
            </a:pPr>
            <a:endParaRPr lang="en-US" sz="2800">
              <a:solidFill>
                <a:srgbClr val="002060"/>
              </a:solidFill>
              <a:latin typeface="Cambria" panose="02040503050406030204" pitchFamily="18" charset="0"/>
            </a:endParaRPr>
          </a:p>
        </p:txBody>
      </p:sp>
      <p:sp>
        <p:nvSpPr>
          <p:cNvPr id="6148" name="Slide Number Placeholder 3">
            <a:extLst>
              <a:ext uri="{FF2B5EF4-FFF2-40B4-BE49-F238E27FC236}">
                <a16:creationId xmlns:a16="http://schemas.microsoft.com/office/drawing/2014/main" id="{6387F6B7-3E78-4DC2-ACF4-7A9010C88B16}"/>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E46C0A"/>
              </a:buClr>
              <a:buFont typeface="Wingdings" panose="05000000000000000000" pitchFamily="2" charset="2"/>
              <a:buChar char="v"/>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742950" indent="-285750">
              <a:spcBef>
                <a:spcPct val="20000"/>
              </a:spcBef>
              <a:buClr>
                <a:srgbClr val="E46C0A"/>
              </a:buClr>
              <a:buFont typeface="Wingdings" panose="05000000000000000000" pitchFamily="2" charset="2"/>
              <a:buChar char="q"/>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marL="1143000" indent="-228600">
              <a:spcBef>
                <a:spcPct val="20000"/>
              </a:spcBef>
              <a:buClr>
                <a:srgbClr val="E46C0A"/>
              </a:buClr>
              <a:buFont typeface="Wingdings" panose="05000000000000000000" pitchFamily="2" charset="2"/>
              <a:buChar char="Ø"/>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3pPr>
            <a:lvl4pPr marL="1600200" indent="-228600">
              <a:spcBef>
                <a:spcPct val="20000"/>
              </a:spcBef>
              <a:buClr>
                <a:srgbClr val="E46C0A"/>
              </a:buClr>
              <a:buFont typeface="Courier New" panose="02070309020205020404" pitchFamily="49" charset="0"/>
              <a:buChar char="o"/>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4pPr>
            <a:lvl5pPr marL="2057400" indent="-228600">
              <a:spcBef>
                <a:spcPct val="20000"/>
              </a:spcBef>
              <a:buFont typeface="Arial" panose="020B0604020202020204" pitchFamily="34" charset="0"/>
              <a:buChar char="»"/>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9pPr>
          </a:lstStyle>
          <a:p>
            <a:pPr>
              <a:spcBef>
                <a:spcPct val="0"/>
              </a:spcBef>
              <a:buClrTx/>
              <a:buFontTx/>
              <a:buNone/>
            </a:pPr>
            <a:fld id="{E4B56E55-BAAA-4880-94A1-7A8094250C64}" type="slidenum">
              <a:rPr lang="en-US" altLang="en-US" sz="1400" smtClean="0">
                <a:solidFill>
                  <a:srgbClr val="002060"/>
                </a:solidFill>
                <a:latin typeface="Arial" panose="020B0604020202020204" pitchFamily="34" charset="0"/>
                <a:cs typeface="Arial" panose="020B0604020202020204" pitchFamily="34" charset="0"/>
              </a:rPr>
              <a:pPr>
                <a:spcBef>
                  <a:spcPct val="0"/>
                </a:spcBef>
                <a:buClrTx/>
                <a:buFontTx/>
                <a:buNone/>
              </a:pPr>
              <a:t>14</a:t>
            </a:fld>
            <a:endParaRPr lang="en-US" altLang="en-US" sz="1400">
              <a:solidFill>
                <a:srgbClr val="002060"/>
              </a:solidFill>
              <a:latin typeface="Arial" panose="020B0604020202020204" pitchFamily="34" charset="0"/>
              <a:cs typeface="Arial" panose="020B0604020202020204" pitchFamily="34" charset="0"/>
            </a:endParaRPr>
          </a:p>
        </p:txBody>
      </p:sp>
      <p:sp>
        <p:nvSpPr>
          <p:cNvPr id="10" name="Content Placeholder 2">
            <a:extLst>
              <a:ext uri="{FF2B5EF4-FFF2-40B4-BE49-F238E27FC236}">
                <a16:creationId xmlns:a16="http://schemas.microsoft.com/office/drawing/2014/main" id="{CB521C8C-01D1-4D03-B141-C7D7C77B18B3}"/>
              </a:ext>
            </a:extLst>
          </p:cNvPr>
          <p:cNvSpPr txBox="1">
            <a:spLocks/>
          </p:cNvSpPr>
          <p:nvPr/>
        </p:nvSpPr>
        <p:spPr>
          <a:xfrm>
            <a:off x="342900" y="1143000"/>
            <a:ext cx="8572500" cy="4648200"/>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a:buFont typeface="Wingdings" panose="05000000000000000000" pitchFamily="2" charset="2"/>
              <a:buChar char="v"/>
            </a:pPr>
            <a:r>
              <a:rPr lang="en-US" sz="2400" dirty="0" err="1">
                <a:latin typeface="Cambria" panose="02040503050406030204" pitchFamily="18" charset="0"/>
              </a:rPr>
              <a:t>Vẽ</a:t>
            </a:r>
            <a:r>
              <a:rPr lang="en-US" sz="2400" dirty="0">
                <a:latin typeface="Cambria" panose="02040503050406030204" pitchFamily="18" charset="0"/>
              </a:rPr>
              <a:t> </a:t>
            </a:r>
            <a:r>
              <a:rPr lang="en-US" sz="2400" dirty="0" err="1">
                <a:latin typeface="Cambria" panose="02040503050406030204" pitchFamily="18" charset="0"/>
              </a:rPr>
              <a:t>các</a:t>
            </a:r>
            <a:r>
              <a:rPr lang="en-US" sz="2400" dirty="0">
                <a:latin typeface="Cambria" panose="02040503050406030204" pitchFamily="18" charset="0"/>
              </a:rPr>
              <a:t> </a:t>
            </a:r>
            <a:r>
              <a:rPr lang="en-US" sz="2400" dirty="0" err="1">
                <a:latin typeface="Cambria" panose="02040503050406030204" pitchFamily="18" charset="0"/>
              </a:rPr>
              <a:t>hình</a:t>
            </a:r>
            <a:r>
              <a:rPr lang="en-US" sz="2400" dirty="0">
                <a:latin typeface="Cambria" panose="02040503050406030204" pitchFamily="18" charset="0"/>
              </a:rPr>
              <a:t> d</a:t>
            </a:r>
            <a:r>
              <a:rPr lang="vi-VN" sz="2400" dirty="0">
                <a:latin typeface="Cambria" panose="02040503050406030204" pitchFamily="18" charset="0"/>
              </a:rPr>
              <a:t>ư</a:t>
            </a:r>
            <a:r>
              <a:rPr lang="en-US" sz="2400" dirty="0" err="1">
                <a:latin typeface="Cambria" panose="02040503050406030204" pitchFamily="18" charset="0"/>
              </a:rPr>
              <a:t>ới</a:t>
            </a:r>
            <a:r>
              <a:rPr lang="en-US" sz="2400" dirty="0">
                <a:latin typeface="Cambria" panose="02040503050406030204" pitchFamily="18" charset="0"/>
              </a:rPr>
              <a:t> </a:t>
            </a:r>
            <a:r>
              <a:rPr lang="en-US" sz="2400" dirty="0" err="1">
                <a:latin typeface="Cambria" panose="02040503050406030204" pitchFamily="18" charset="0"/>
              </a:rPr>
              <a:t>đây</a:t>
            </a:r>
            <a:r>
              <a:rPr lang="en-US" sz="2400" dirty="0">
                <a:latin typeface="Cambria" panose="02040503050406030204" pitchFamily="18" charset="0"/>
              </a:rPr>
              <a:t>, </a:t>
            </a:r>
            <a:r>
              <a:rPr lang="en-US" sz="2400" dirty="0" err="1">
                <a:latin typeface="Cambria" panose="02040503050406030204" pitchFamily="18" charset="0"/>
              </a:rPr>
              <a:t>mỗi</a:t>
            </a:r>
            <a:r>
              <a:rPr lang="en-US" sz="2400" dirty="0">
                <a:latin typeface="Cambria" panose="02040503050406030204" pitchFamily="18" charset="0"/>
              </a:rPr>
              <a:t> </a:t>
            </a:r>
            <a:r>
              <a:rPr lang="en-US" sz="2400" dirty="0" err="1">
                <a:latin typeface="Cambria" panose="02040503050406030204" pitchFamily="18" charset="0"/>
              </a:rPr>
              <a:t>hình</a:t>
            </a:r>
            <a:r>
              <a:rPr lang="en-US" sz="2400" dirty="0">
                <a:latin typeface="Cambria" panose="02040503050406030204" pitchFamily="18" charset="0"/>
              </a:rPr>
              <a:t> </a:t>
            </a:r>
            <a:r>
              <a:rPr lang="en-US" sz="2400" dirty="0" err="1">
                <a:latin typeface="Cambria" panose="02040503050406030204" pitchFamily="18" charset="0"/>
              </a:rPr>
              <a:t>cho</a:t>
            </a:r>
            <a:r>
              <a:rPr lang="en-US" sz="2400" dirty="0">
                <a:latin typeface="Cambria" panose="02040503050406030204" pitchFamily="18" charset="0"/>
              </a:rPr>
              <a:t> </a:t>
            </a:r>
            <a:r>
              <a:rPr lang="en-US" sz="2400" dirty="0" err="1">
                <a:latin typeface="Cambria" panose="02040503050406030204" pitchFamily="18" charset="0"/>
              </a:rPr>
              <a:t>hiển</a:t>
            </a:r>
            <a:r>
              <a:rPr lang="en-US" sz="2400" dirty="0">
                <a:latin typeface="Cambria" panose="02040503050406030204" pitchFamily="18" charset="0"/>
              </a:rPr>
              <a:t> </a:t>
            </a:r>
            <a:r>
              <a:rPr lang="en-US" sz="2400" dirty="0" err="1">
                <a:latin typeface="Cambria" panose="02040503050406030204" pitchFamily="18" charset="0"/>
              </a:rPr>
              <a:t>thị</a:t>
            </a:r>
            <a:r>
              <a:rPr lang="en-US" sz="2400" dirty="0">
                <a:latin typeface="Cambria" panose="02040503050406030204" pitchFamily="18" charset="0"/>
              </a:rPr>
              <a:t> </a:t>
            </a:r>
            <a:r>
              <a:rPr lang="en-US" sz="2400" dirty="0" err="1">
                <a:latin typeface="Cambria" panose="02040503050406030204" pitchFamily="18" charset="0"/>
              </a:rPr>
              <a:t>lần</a:t>
            </a:r>
            <a:r>
              <a:rPr lang="en-US" sz="2400" dirty="0">
                <a:latin typeface="Cambria" panose="02040503050406030204" pitchFamily="18" charset="0"/>
              </a:rPr>
              <a:t> </a:t>
            </a:r>
            <a:r>
              <a:rPr lang="en-US" sz="2400" dirty="0" err="1">
                <a:latin typeface="Cambria" panose="02040503050406030204" pitchFamily="18" charset="0"/>
              </a:rPr>
              <a:t>lượt</a:t>
            </a:r>
            <a:r>
              <a:rPr lang="en-US" sz="2400" dirty="0">
                <a:latin typeface="Cambria" panose="02040503050406030204" pitchFamily="18" charset="0"/>
              </a:rPr>
              <a:t> 10 </a:t>
            </a:r>
            <a:r>
              <a:rPr lang="en-US" sz="2400" dirty="0" err="1">
                <a:latin typeface="Cambria" panose="02040503050406030204" pitchFamily="18" charset="0"/>
              </a:rPr>
              <a:t>giây</a:t>
            </a:r>
            <a:r>
              <a:rPr lang="en-US" sz="2400" dirty="0">
                <a:latin typeface="Cambria" panose="02040503050406030204" pitchFamily="18" charset="0"/>
              </a:rPr>
              <a:t>.</a:t>
            </a:r>
          </a:p>
          <a:p>
            <a:pPr marL="0" indent="0" algn="just">
              <a:buNone/>
            </a:pPr>
            <a:endParaRPr lang="en-US" sz="2400" dirty="0">
              <a:latin typeface="Cambria" panose="02040503050406030204" pitchFamily="18" charset="0"/>
            </a:endParaRPr>
          </a:p>
          <a:p>
            <a:pPr marL="0" indent="0" algn="just">
              <a:buNone/>
            </a:pPr>
            <a:endParaRPr lang="en-US" sz="2400" dirty="0">
              <a:latin typeface="Cambria" panose="02040503050406030204" pitchFamily="18" charset="0"/>
            </a:endParaRPr>
          </a:p>
          <a:p>
            <a:pPr marL="0" indent="0" algn="just">
              <a:buNone/>
            </a:pPr>
            <a:endParaRPr lang="en-US" sz="2400" dirty="0">
              <a:latin typeface="Cambria" panose="02040503050406030204" pitchFamily="18" charset="0"/>
            </a:endParaRPr>
          </a:p>
          <a:p>
            <a:pPr marL="0" indent="0" algn="just">
              <a:buNone/>
            </a:pPr>
            <a:endParaRPr lang="en-US" sz="2400" b="1" u="sng" dirty="0">
              <a:latin typeface="Cambria" panose="02040503050406030204" pitchFamily="18" charset="0"/>
            </a:endParaRPr>
          </a:p>
          <a:p>
            <a:pPr marL="0" indent="0" algn="just">
              <a:buNone/>
            </a:pPr>
            <a:endParaRPr lang="en-US" sz="2400" b="1" u="sng" dirty="0">
              <a:latin typeface="Cambria" panose="02040503050406030204" pitchFamily="18" charset="0"/>
            </a:endParaRPr>
          </a:p>
          <a:p>
            <a:pPr marL="0" indent="0" algn="just">
              <a:buNone/>
            </a:pPr>
            <a:endParaRPr lang="en-US" sz="2400" dirty="0">
              <a:latin typeface="Cambria" panose="02040503050406030204" pitchFamily="18" charset="0"/>
            </a:endParaRPr>
          </a:p>
          <a:p>
            <a:pPr marL="0" indent="0" algn="just">
              <a:buNone/>
            </a:pPr>
            <a:endParaRPr lang="en-US" sz="2400" dirty="0">
              <a:latin typeface="Cambria" panose="02040503050406030204" pitchFamily="18" charset="0"/>
            </a:endParaRPr>
          </a:p>
        </p:txBody>
      </p:sp>
      <p:pic>
        <p:nvPicPr>
          <p:cNvPr id="11" name="Picture 10">
            <a:extLst>
              <a:ext uri="{FF2B5EF4-FFF2-40B4-BE49-F238E27FC236}">
                <a16:creationId xmlns:a16="http://schemas.microsoft.com/office/drawing/2014/main" id="{22D06DF7-1BE0-4CE2-85FD-32F8432AA1C0}"/>
              </a:ext>
            </a:extLst>
          </p:cNvPr>
          <p:cNvPicPr>
            <a:picLocks noChangeAspect="1"/>
          </p:cNvPicPr>
          <p:nvPr/>
        </p:nvPicPr>
        <p:blipFill>
          <a:blip r:embed="rId2"/>
          <a:stretch>
            <a:fillRect/>
          </a:stretch>
        </p:blipFill>
        <p:spPr>
          <a:xfrm>
            <a:off x="783607" y="2274097"/>
            <a:ext cx="1350452" cy="1214436"/>
          </a:xfrm>
          <a:prstGeom prst="rect">
            <a:avLst/>
          </a:prstGeom>
        </p:spPr>
      </p:pic>
      <p:pic>
        <p:nvPicPr>
          <p:cNvPr id="12" name="Picture 11">
            <a:extLst>
              <a:ext uri="{FF2B5EF4-FFF2-40B4-BE49-F238E27FC236}">
                <a16:creationId xmlns:a16="http://schemas.microsoft.com/office/drawing/2014/main" id="{37DBC432-222F-4368-B412-5197805DA281}"/>
              </a:ext>
            </a:extLst>
          </p:cNvPr>
          <p:cNvPicPr>
            <a:picLocks noChangeAspect="1"/>
          </p:cNvPicPr>
          <p:nvPr/>
        </p:nvPicPr>
        <p:blipFill>
          <a:blip r:embed="rId3"/>
          <a:stretch>
            <a:fillRect/>
          </a:stretch>
        </p:blipFill>
        <p:spPr>
          <a:xfrm>
            <a:off x="3119414" y="2274097"/>
            <a:ext cx="1571624" cy="1214436"/>
          </a:xfrm>
          <a:prstGeom prst="rect">
            <a:avLst/>
          </a:prstGeom>
        </p:spPr>
      </p:pic>
      <p:pic>
        <p:nvPicPr>
          <p:cNvPr id="13" name="Picture 12">
            <a:extLst>
              <a:ext uri="{FF2B5EF4-FFF2-40B4-BE49-F238E27FC236}">
                <a16:creationId xmlns:a16="http://schemas.microsoft.com/office/drawing/2014/main" id="{96EAD2A8-E2DA-4673-AB44-8672D84AFE48}"/>
              </a:ext>
            </a:extLst>
          </p:cNvPr>
          <p:cNvPicPr>
            <a:picLocks noChangeAspect="1"/>
          </p:cNvPicPr>
          <p:nvPr/>
        </p:nvPicPr>
        <p:blipFill>
          <a:blip r:embed="rId4"/>
          <a:stretch>
            <a:fillRect/>
          </a:stretch>
        </p:blipFill>
        <p:spPr>
          <a:xfrm>
            <a:off x="5582933" y="1843090"/>
            <a:ext cx="2076450" cy="2076450"/>
          </a:xfrm>
          <a:prstGeom prst="rect">
            <a:avLst/>
          </a:prstGeom>
        </p:spPr>
      </p:pic>
    </p:spTree>
    <p:extLst>
      <p:ext uri="{BB962C8B-B14F-4D97-AF65-F5344CB8AC3E}">
        <p14:creationId xmlns:p14="http://schemas.microsoft.com/office/powerpoint/2010/main" val="226204937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AD2704CE-C6D1-41A0-8FEA-203853D2A9FD}"/>
              </a:ext>
            </a:extLst>
          </p:cNvPr>
          <p:cNvSpPr>
            <a:spLocks noGrp="1"/>
          </p:cNvSpPr>
          <p:nvPr>
            <p:ph type="title"/>
          </p:nvPr>
        </p:nvSpPr>
        <p:spPr>
          <a:xfrm>
            <a:off x="152401" y="0"/>
            <a:ext cx="9028112" cy="914400"/>
          </a:xfrm>
        </p:spPr>
        <p:txBody>
          <a:bodyPr/>
          <a:lstStyle/>
          <a:p>
            <a:pPr algn="l">
              <a:lnSpc>
                <a:spcPct val="150000"/>
              </a:lnSpc>
              <a:spcBef>
                <a:spcPts val="1000"/>
              </a:spcBef>
              <a:buClr>
                <a:srgbClr val="215D9F"/>
              </a:buClr>
            </a:pPr>
            <a:r>
              <a:rPr lang="en-US" sz="3200">
                <a:solidFill>
                  <a:srgbClr val="0070C0"/>
                </a:solidFill>
              </a:rPr>
              <a:t>3. Khái niệm Hàm</a:t>
            </a:r>
          </a:p>
        </p:txBody>
      </p:sp>
      <p:sp>
        <p:nvSpPr>
          <p:cNvPr id="6147" name="Content Placeholder 2">
            <a:extLst>
              <a:ext uri="{FF2B5EF4-FFF2-40B4-BE49-F238E27FC236}">
                <a16:creationId xmlns:a16="http://schemas.microsoft.com/office/drawing/2014/main" id="{B389CA34-20DF-451F-B09F-9A7C082A79F9}"/>
              </a:ext>
            </a:extLst>
          </p:cNvPr>
          <p:cNvSpPr>
            <a:spLocks noGrp="1"/>
          </p:cNvSpPr>
          <p:nvPr>
            <p:ph idx="1"/>
          </p:nvPr>
        </p:nvSpPr>
        <p:spPr>
          <a:xfrm>
            <a:off x="303212" y="914401"/>
            <a:ext cx="8534401" cy="5838824"/>
          </a:xfrm>
        </p:spPr>
        <p:txBody>
          <a:bodyPr/>
          <a:lstStyle/>
          <a:p>
            <a:pPr marL="457200" indent="-457200" algn="just">
              <a:lnSpc>
                <a:spcPct val="150000"/>
              </a:lnSpc>
              <a:buFont typeface="Wingdings" pitchFamily="2" charset="2"/>
              <a:buChar char="Ø"/>
            </a:pPr>
            <a:r>
              <a:rPr lang="en-US">
                <a:latin typeface="Times New Roman" pitchFamily="18" charset="0"/>
                <a:cs typeface="Times New Roman" pitchFamily="18" charset="0"/>
              </a:rPr>
              <a:t>Hàm là một khối lệnh thực hiện một công việc hoàn chỉnh (module), được đặt tên và được gọi thực thi nhiều lần tại nhiều vị trí  trong chương trình.</a:t>
            </a:r>
          </a:p>
          <a:p>
            <a:pPr marL="457200" indent="-457200">
              <a:lnSpc>
                <a:spcPct val="150000"/>
              </a:lnSpc>
              <a:buFont typeface="Wingdings" pitchFamily="2" charset="2"/>
              <a:buChar char="Ø"/>
            </a:pPr>
            <a:r>
              <a:rPr lang="en-US">
                <a:latin typeface="Times New Roman" pitchFamily="18" charset="0"/>
                <a:cs typeface="Times New Roman" pitchFamily="18" charset="0"/>
              </a:rPr>
              <a:t>Hàm còn gọi là chương trình con (</a:t>
            </a:r>
            <a:r>
              <a:rPr lang="en-US" i="1">
                <a:latin typeface="Times New Roman" pitchFamily="18" charset="0"/>
                <a:cs typeface="Times New Roman" pitchFamily="18" charset="0"/>
              </a:rPr>
              <a:t>subroutine)</a:t>
            </a:r>
          </a:p>
          <a:p>
            <a:pPr marL="457200" indent="-457200">
              <a:lnSpc>
                <a:spcPct val="150000"/>
              </a:lnSpc>
              <a:buFont typeface="Wingdings" pitchFamily="2" charset="2"/>
              <a:buChar char="Ø"/>
            </a:pPr>
            <a:r>
              <a:rPr lang="en-US" b="1" i="1">
                <a:latin typeface="Times New Roman" pitchFamily="18" charset="0"/>
                <a:cs typeface="Times New Roman" pitchFamily="18" charset="0"/>
              </a:rPr>
              <a:t>Nếu không viết hàm thì sẽ gặp những khó khăn gì?</a:t>
            </a:r>
          </a:p>
          <a:p>
            <a:pPr lvl="1" indent="-342900">
              <a:lnSpc>
                <a:spcPct val="150000"/>
              </a:lnSpc>
            </a:pPr>
            <a:r>
              <a:rPr lang="en-US">
                <a:latin typeface="Times New Roman" pitchFamily="18" charset="0"/>
                <a:cs typeface="Times New Roman" pitchFamily="18" charset="0"/>
              </a:rPr>
              <a:t>Rất khó để viết chính xác khi dự án lớn</a:t>
            </a:r>
          </a:p>
          <a:p>
            <a:pPr lvl="1" indent="-342900">
              <a:lnSpc>
                <a:spcPct val="150000"/>
              </a:lnSpc>
            </a:pPr>
            <a:r>
              <a:rPr lang="en-US">
                <a:latin typeface="Times New Roman" pitchFamily="18" charset="0"/>
                <a:cs typeface="Times New Roman" pitchFamily="18" charset="0"/>
              </a:rPr>
              <a:t>Rất khó debug</a:t>
            </a:r>
          </a:p>
          <a:p>
            <a:pPr lvl="1" indent="-342900">
              <a:lnSpc>
                <a:spcPct val="150000"/>
              </a:lnSpc>
            </a:pPr>
            <a:r>
              <a:rPr lang="en-US">
                <a:latin typeface="Times New Roman" pitchFamily="18" charset="0"/>
                <a:cs typeface="Times New Roman" pitchFamily="18" charset="0"/>
              </a:rPr>
              <a:t>Rất khó mở rộng</a:t>
            </a:r>
          </a:p>
          <a:p>
            <a:pPr lvl="1" indent="-342900">
              <a:lnSpc>
                <a:spcPct val="150000"/>
              </a:lnSpc>
            </a:pPr>
            <a:r>
              <a:rPr lang="en-US">
                <a:latin typeface="Times New Roman" pitchFamily="18" charset="0"/>
                <a:cs typeface="Times New Roman" pitchFamily="18" charset="0"/>
              </a:rPr>
              <a:t>Code dài và lặp lại nhiều</a:t>
            </a:r>
          </a:p>
        </p:txBody>
      </p:sp>
      <p:sp>
        <p:nvSpPr>
          <p:cNvPr id="6148" name="Slide Number Placeholder 3">
            <a:extLst>
              <a:ext uri="{FF2B5EF4-FFF2-40B4-BE49-F238E27FC236}">
                <a16:creationId xmlns:a16="http://schemas.microsoft.com/office/drawing/2014/main" id="{6387F6B7-3E78-4DC2-ACF4-7A9010C88B16}"/>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E46C0A"/>
              </a:buClr>
              <a:buFont typeface="Wingdings" panose="05000000000000000000" pitchFamily="2" charset="2"/>
              <a:buChar char="v"/>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742950" indent="-285750">
              <a:spcBef>
                <a:spcPct val="20000"/>
              </a:spcBef>
              <a:buClr>
                <a:srgbClr val="E46C0A"/>
              </a:buClr>
              <a:buFont typeface="Wingdings" panose="05000000000000000000" pitchFamily="2" charset="2"/>
              <a:buChar char="q"/>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marL="1143000" indent="-228600">
              <a:spcBef>
                <a:spcPct val="20000"/>
              </a:spcBef>
              <a:buClr>
                <a:srgbClr val="E46C0A"/>
              </a:buClr>
              <a:buFont typeface="Wingdings" panose="05000000000000000000" pitchFamily="2" charset="2"/>
              <a:buChar char="Ø"/>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3pPr>
            <a:lvl4pPr marL="1600200" indent="-228600">
              <a:spcBef>
                <a:spcPct val="20000"/>
              </a:spcBef>
              <a:buClr>
                <a:srgbClr val="E46C0A"/>
              </a:buClr>
              <a:buFont typeface="Courier New" panose="02070309020205020404" pitchFamily="49" charset="0"/>
              <a:buChar char="o"/>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4pPr>
            <a:lvl5pPr marL="2057400" indent="-228600">
              <a:spcBef>
                <a:spcPct val="20000"/>
              </a:spcBef>
              <a:buFont typeface="Arial" panose="020B0604020202020204" pitchFamily="34" charset="0"/>
              <a:buChar char="»"/>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9pPr>
          </a:lstStyle>
          <a:p>
            <a:pPr>
              <a:spcBef>
                <a:spcPct val="0"/>
              </a:spcBef>
              <a:buClrTx/>
              <a:buFontTx/>
              <a:buNone/>
            </a:pPr>
            <a:fld id="{E4B56E55-BAAA-4880-94A1-7A8094250C64}" type="slidenum">
              <a:rPr lang="en-US" altLang="en-US" sz="1400" smtClean="0">
                <a:solidFill>
                  <a:srgbClr val="002060"/>
                </a:solidFill>
                <a:latin typeface="Arial" panose="020B0604020202020204" pitchFamily="34" charset="0"/>
                <a:cs typeface="Arial" panose="020B0604020202020204" pitchFamily="34" charset="0"/>
              </a:rPr>
              <a:pPr>
                <a:spcBef>
                  <a:spcPct val="0"/>
                </a:spcBef>
                <a:buClrTx/>
                <a:buFontTx/>
                <a:buNone/>
              </a:pPr>
              <a:t>15</a:t>
            </a:fld>
            <a:endParaRPr lang="en-US" altLang="en-US" sz="1400">
              <a:solidFill>
                <a:srgbClr val="00206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12364928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AD2704CE-C6D1-41A0-8FEA-203853D2A9FD}"/>
              </a:ext>
            </a:extLst>
          </p:cNvPr>
          <p:cNvSpPr>
            <a:spLocks noGrp="1"/>
          </p:cNvSpPr>
          <p:nvPr>
            <p:ph type="title"/>
          </p:nvPr>
        </p:nvSpPr>
        <p:spPr>
          <a:xfrm>
            <a:off x="152401" y="0"/>
            <a:ext cx="9028112" cy="914400"/>
          </a:xfrm>
        </p:spPr>
        <p:txBody>
          <a:bodyPr/>
          <a:lstStyle/>
          <a:p>
            <a:pPr algn="l">
              <a:lnSpc>
                <a:spcPct val="150000"/>
              </a:lnSpc>
              <a:spcBef>
                <a:spcPts val="1000"/>
              </a:spcBef>
              <a:buClr>
                <a:srgbClr val="215D9F"/>
              </a:buClr>
            </a:pPr>
            <a:r>
              <a:rPr lang="en-US" sz="3200">
                <a:solidFill>
                  <a:srgbClr val="0070C0"/>
                </a:solidFill>
              </a:rPr>
              <a:t>3. Khái niệm Hàm</a:t>
            </a:r>
          </a:p>
        </p:txBody>
      </p:sp>
      <p:sp>
        <p:nvSpPr>
          <p:cNvPr id="6147" name="Content Placeholder 2">
            <a:extLst>
              <a:ext uri="{FF2B5EF4-FFF2-40B4-BE49-F238E27FC236}">
                <a16:creationId xmlns:a16="http://schemas.microsoft.com/office/drawing/2014/main" id="{B389CA34-20DF-451F-B09F-9A7C082A79F9}"/>
              </a:ext>
            </a:extLst>
          </p:cNvPr>
          <p:cNvSpPr>
            <a:spLocks noGrp="1"/>
          </p:cNvSpPr>
          <p:nvPr>
            <p:ph idx="1"/>
          </p:nvPr>
        </p:nvSpPr>
        <p:spPr>
          <a:xfrm>
            <a:off x="303212" y="914401"/>
            <a:ext cx="8534401" cy="5838824"/>
          </a:xfrm>
        </p:spPr>
        <p:txBody>
          <a:bodyPr/>
          <a:lstStyle/>
          <a:p>
            <a:pPr marL="0" indent="0" algn="just">
              <a:lnSpc>
                <a:spcPct val="150000"/>
              </a:lnSpc>
              <a:buNone/>
            </a:pPr>
            <a:r>
              <a:rPr lang="en-US" sz="3600" dirty="0" err="1">
                <a:latin typeface="Times New Roman" pitchFamily="18" charset="0"/>
                <a:cs typeface="Times New Roman" pitchFamily="18" charset="0"/>
              </a:rPr>
              <a:t>Có</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hai</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loại</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hàm</a:t>
            </a:r>
            <a:r>
              <a:rPr lang="en-US" sz="3600" dirty="0">
                <a:latin typeface="Times New Roman" pitchFamily="18" charset="0"/>
                <a:cs typeface="Times New Roman" pitchFamily="18" charset="0"/>
              </a:rPr>
              <a:t>: </a:t>
            </a:r>
          </a:p>
          <a:p>
            <a:pPr lvl="1" algn="just">
              <a:lnSpc>
                <a:spcPct val="150000"/>
              </a:lnSpc>
              <a:buFont typeface="Wingdings" panose="05000000000000000000" pitchFamily="2" charset="2"/>
              <a:buChar char="Ø"/>
            </a:pPr>
            <a:r>
              <a:rPr lang="en-US" sz="3600" b="1" i="1" dirty="0" err="1">
                <a:solidFill>
                  <a:schemeClr val="tx2"/>
                </a:solidFill>
                <a:latin typeface="Times New Roman" pitchFamily="18" charset="0"/>
                <a:cs typeface="Times New Roman" pitchFamily="18" charset="0"/>
              </a:rPr>
              <a:t>Hàm</a:t>
            </a:r>
            <a:r>
              <a:rPr lang="en-US" sz="3600" b="1" i="1" dirty="0">
                <a:solidFill>
                  <a:schemeClr val="tx2"/>
                </a:solidFill>
                <a:latin typeface="Times New Roman" pitchFamily="18" charset="0"/>
                <a:cs typeface="Times New Roman" pitchFamily="18" charset="0"/>
              </a:rPr>
              <a:t> </a:t>
            </a:r>
            <a:r>
              <a:rPr lang="en-US" sz="3600" b="1" i="1" dirty="0" err="1">
                <a:solidFill>
                  <a:schemeClr val="tx2"/>
                </a:solidFill>
                <a:latin typeface="Times New Roman" pitchFamily="18" charset="0"/>
                <a:cs typeface="Times New Roman" pitchFamily="18" charset="0"/>
              </a:rPr>
              <a:t>thư</a:t>
            </a:r>
            <a:r>
              <a:rPr lang="en-US" sz="3600" b="1" i="1" dirty="0">
                <a:solidFill>
                  <a:schemeClr val="tx2"/>
                </a:solidFill>
                <a:latin typeface="Times New Roman" pitchFamily="18" charset="0"/>
                <a:cs typeface="Times New Roman" pitchFamily="18" charset="0"/>
              </a:rPr>
              <a:t> </a:t>
            </a:r>
            <a:r>
              <a:rPr lang="en-US" sz="3600" b="1" i="1" dirty="0" err="1">
                <a:solidFill>
                  <a:schemeClr val="tx2"/>
                </a:solidFill>
                <a:latin typeface="Times New Roman" pitchFamily="18" charset="0"/>
                <a:cs typeface="Times New Roman" pitchFamily="18" charset="0"/>
              </a:rPr>
              <a:t>viện</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là</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những</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hàm</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đã</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được</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xây</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dựng</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sẵn</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Muốn</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sử</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dụng</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các</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hàm</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thư</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viện</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phải</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khai</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báo</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thư</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viện</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chứa</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nó</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trong</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phần</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khai</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báo</a:t>
            </a:r>
            <a:r>
              <a:rPr lang="en-US" sz="3600" dirty="0">
                <a:latin typeface="Times New Roman" pitchFamily="18" charset="0"/>
                <a:cs typeface="Times New Roman" pitchFamily="18" charset="0"/>
              </a:rPr>
              <a:t> </a:t>
            </a:r>
            <a:r>
              <a:rPr lang="en-US" sz="3600" dirty="0">
                <a:solidFill>
                  <a:schemeClr val="tx2"/>
                </a:solidFill>
                <a:latin typeface="Times New Roman" pitchFamily="18" charset="0"/>
                <a:cs typeface="Times New Roman" pitchFamily="18" charset="0"/>
              </a:rPr>
              <a:t>from … import</a:t>
            </a:r>
            <a:r>
              <a:rPr lang="en-US" sz="3600" dirty="0">
                <a:latin typeface="Times New Roman" pitchFamily="18" charset="0"/>
                <a:cs typeface="Times New Roman" pitchFamily="18" charset="0"/>
              </a:rPr>
              <a:t>.</a:t>
            </a:r>
          </a:p>
          <a:p>
            <a:pPr lvl="1" algn="just">
              <a:lnSpc>
                <a:spcPct val="150000"/>
              </a:lnSpc>
              <a:buFont typeface="Wingdings" panose="05000000000000000000" pitchFamily="2" charset="2"/>
              <a:buChar char="Ø"/>
            </a:pPr>
            <a:r>
              <a:rPr lang="en-US" sz="3600" b="1" i="1" dirty="0" err="1">
                <a:solidFill>
                  <a:schemeClr val="tx2"/>
                </a:solidFill>
                <a:latin typeface="Times New Roman" pitchFamily="18" charset="0"/>
                <a:cs typeface="Times New Roman" pitchFamily="18" charset="0"/>
              </a:rPr>
              <a:t>Hàm</a:t>
            </a:r>
            <a:r>
              <a:rPr lang="en-US" sz="3600" b="1" i="1" dirty="0">
                <a:solidFill>
                  <a:schemeClr val="tx2"/>
                </a:solidFill>
                <a:latin typeface="Times New Roman" pitchFamily="18" charset="0"/>
                <a:cs typeface="Times New Roman" pitchFamily="18" charset="0"/>
              </a:rPr>
              <a:t> do </a:t>
            </a:r>
            <a:r>
              <a:rPr lang="en-US" sz="3600" b="1" i="1" dirty="0" err="1">
                <a:solidFill>
                  <a:schemeClr val="tx2"/>
                </a:solidFill>
                <a:latin typeface="Times New Roman" pitchFamily="18" charset="0"/>
                <a:cs typeface="Times New Roman" pitchFamily="18" charset="0"/>
              </a:rPr>
              <a:t>người</a:t>
            </a:r>
            <a:r>
              <a:rPr lang="en-US" sz="3600" b="1" i="1" dirty="0">
                <a:solidFill>
                  <a:schemeClr val="tx2"/>
                </a:solidFill>
                <a:latin typeface="Times New Roman" pitchFamily="18" charset="0"/>
                <a:cs typeface="Times New Roman" pitchFamily="18" charset="0"/>
              </a:rPr>
              <a:t> </a:t>
            </a:r>
            <a:r>
              <a:rPr lang="en-US" sz="3600" b="1" i="1" dirty="0" err="1">
                <a:solidFill>
                  <a:schemeClr val="tx2"/>
                </a:solidFill>
                <a:latin typeface="Times New Roman" pitchFamily="18" charset="0"/>
                <a:cs typeface="Times New Roman" pitchFamily="18" charset="0"/>
              </a:rPr>
              <a:t>dùng</a:t>
            </a:r>
            <a:r>
              <a:rPr lang="en-US" sz="3600" b="1" i="1" dirty="0">
                <a:solidFill>
                  <a:schemeClr val="tx2"/>
                </a:solidFill>
                <a:latin typeface="Times New Roman" pitchFamily="18" charset="0"/>
                <a:cs typeface="Times New Roman" pitchFamily="18" charset="0"/>
              </a:rPr>
              <a:t> </a:t>
            </a:r>
            <a:r>
              <a:rPr lang="en-US" sz="3600" b="1" i="1" dirty="0" err="1">
                <a:solidFill>
                  <a:schemeClr val="tx2"/>
                </a:solidFill>
                <a:latin typeface="Times New Roman" pitchFamily="18" charset="0"/>
                <a:cs typeface="Times New Roman" pitchFamily="18" charset="0"/>
              </a:rPr>
              <a:t>định</a:t>
            </a:r>
            <a:r>
              <a:rPr lang="en-US" sz="3600" b="1" i="1" dirty="0">
                <a:solidFill>
                  <a:schemeClr val="tx2"/>
                </a:solidFill>
                <a:latin typeface="Times New Roman" pitchFamily="18" charset="0"/>
                <a:cs typeface="Times New Roman" pitchFamily="18" charset="0"/>
              </a:rPr>
              <a:t> </a:t>
            </a:r>
            <a:r>
              <a:rPr lang="en-US" sz="3600" b="1" i="1" dirty="0" err="1">
                <a:solidFill>
                  <a:schemeClr val="tx2"/>
                </a:solidFill>
                <a:latin typeface="Times New Roman" pitchFamily="18" charset="0"/>
                <a:cs typeface="Times New Roman" pitchFamily="18" charset="0"/>
              </a:rPr>
              <a:t>nghĩa</a:t>
            </a:r>
            <a:r>
              <a:rPr lang="en-US" sz="3600" dirty="0">
                <a:latin typeface="Times New Roman" pitchFamily="18" charset="0"/>
                <a:cs typeface="Times New Roman" pitchFamily="18" charset="0"/>
              </a:rPr>
              <a:t>.</a:t>
            </a:r>
          </a:p>
        </p:txBody>
      </p:sp>
      <p:sp>
        <p:nvSpPr>
          <p:cNvPr id="6148" name="Slide Number Placeholder 3">
            <a:extLst>
              <a:ext uri="{FF2B5EF4-FFF2-40B4-BE49-F238E27FC236}">
                <a16:creationId xmlns:a16="http://schemas.microsoft.com/office/drawing/2014/main" id="{6387F6B7-3E78-4DC2-ACF4-7A9010C88B16}"/>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E46C0A"/>
              </a:buClr>
              <a:buFont typeface="Wingdings" panose="05000000000000000000" pitchFamily="2" charset="2"/>
              <a:buChar char="v"/>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742950" indent="-285750">
              <a:spcBef>
                <a:spcPct val="20000"/>
              </a:spcBef>
              <a:buClr>
                <a:srgbClr val="E46C0A"/>
              </a:buClr>
              <a:buFont typeface="Wingdings" panose="05000000000000000000" pitchFamily="2" charset="2"/>
              <a:buChar char="q"/>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marL="1143000" indent="-228600">
              <a:spcBef>
                <a:spcPct val="20000"/>
              </a:spcBef>
              <a:buClr>
                <a:srgbClr val="E46C0A"/>
              </a:buClr>
              <a:buFont typeface="Wingdings" panose="05000000000000000000" pitchFamily="2" charset="2"/>
              <a:buChar char="Ø"/>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3pPr>
            <a:lvl4pPr marL="1600200" indent="-228600">
              <a:spcBef>
                <a:spcPct val="20000"/>
              </a:spcBef>
              <a:buClr>
                <a:srgbClr val="E46C0A"/>
              </a:buClr>
              <a:buFont typeface="Courier New" panose="02070309020205020404" pitchFamily="49" charset="0"/>
              <a:buChar char="o"/>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4pPr>
            <a:lvl5pPr marL="2057400" indent="-228600">
              <a:spcBef>
                <a:spcPct val="20000"/>
              </a:spcBef>
              <a:buFont typeface="Arial" panose="020B0604020202020204" pitchFamily="34" charset="0"/>
              <a:buChar char="»"/>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9pPr>
          </a:lstStyle>
          <a:p>
            <a:pPr>
              <a:spcBef>
                <a:spcPct val="0"/>
              </a:spcBef>
              <a:buClrTx/>
              <a:buFontTx/>
              <a:buNone/>
            </a:pPr>
            <a:fld id="{E4B56E55-BAAA-4880-94A1-7A8094250C64}" type="slidenum">
              <a:rPr lang="en-US" altLang="en-US" sz="1400" smtClean="0">
                <a:solidFill>
                  <a:srgbClr val="002060"/>
                </a:solidFill>
                <a:latin typeface="Arial" panose="020B0604020202020204" pitchFamily="34" charset="0"/>
                <a:cs typeface="Arial" panose="020B0604020202020204" pitchFamily="34" charset="0"/>
              </a:rPr>
              <a:pPr>
                <a:spcBef>
                  <a:spcPct val="0"/>
                </a:spcBef>
                <a:buClrTx/>
                <a:buFontTx/>
                <a:buNone/>
              </a:pPr>
              <a:t>16</a:t>
            </a:fld>
            <a:endParaRPr lang="en-US" altLang="en-US" sz="1400">
              <a:solidFill>
                <a:srgbClr val="00206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4316927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AD2704CE-C6D1-41A0-8FEA-203853D2A9FD}"/>
              </a:ext>
            </a:extLst>
          </p:cNvPr>
          <p:cNvSpPr>
            <a:spLocks noGrp="1"/>
          </p:cNvSpPr>
          <p:nvPr>
            <p:ph type="title"/>
          </p:nvPr>
        </p:nvSpPr>
        <p:spPr>
          <a:xfrm>
            <a:off x="152401" y="0"/>
            <a:ext cx="9028112" cy="914400"/>
          </a:xfrm>
        </p:spPr>
        <p:txBody>
          <a:bodyPr/>
          <a:lstStyle/>
          <a:p>
            <a:pPr algn="l">
              <a:lnSpc>
                <a:spcPct val="150000"/>
              </a:lnSpc>
              <a:spcBef>
                <a:spcPts val="1000"/>
              </a:spcBef>
              <a:buClr>
                <a:srgbClr val="215D9F"/>
              </a:buClr>
            </a:pPr>
            <a:r>
              <a:rPr lang="en-US" sz="3200">
                <a:solidFill>
                  <a:srgbClr val="0070C0"/>
                </a:solidFill>
              </a:rPr>
              <a:t>3. Khai niệm Hàm</a:t>
            </a:r>
          </a:p>
        </p:txBody>
      </p:sp>
      <p:sp>
        <p:nvSpPr>
          <p:cNvPr id="6147" name="Content Placeholder 2">
            <a:extLst>
              <a:ext uri="{FF2B5EF4-FFF2-40B4-BE49-F238E27FC236}">
                <a16:creationId xmlns:a16="http://schemas.microsoft.com/office/drawing/2014/main" id="{B389CA34-20DF-451F-B09F-9A7C082A79F9}"/>
              </a:ext>
            </a:extLst>
          </p:cNvPr>
          <p:cNvSpPr>
            <a:spLocks noGrp="1"/>
          </p:cNvSpPr>
          <p:nvPr>
            <p:ph idx="1"/>
          </p:nvPr>
        </p:nvSpPr>
        <p:spPr>
          <a:xfrm>
            <a:off x="303212" y="914401"/>
            <a:ext cx="8534401" cy="5838824"/>
          </a:xfrm>
        </p:spPr>
        <p:txBody>
          <a:bodyPr/>
          <a:lstStyle/>
          <a:p>
            <a:pPr algn="just"/>
            <a:r>
              <a:rPr lang="en-US" sz="3600">
                <a:latin typeface="Times New Roman" pitchFamily="18" charset="0"/>
                <a:cs typeface="Times New Roman" pitchFamily="18" charset="0"/>
              </a:rPr>
              <a:t>Ví dụ hàm th</a:t>
            </a:r>
            <a:r>
              <a:rPr lang="vi-VN" sz="3600">
                <a:latin typeface="Times New Roman" pitchFamily="18" charset="0"/>
                <a:cs typeface="Times New Roman" pitchFamily="18" charset="0"/>
              </a:rPr>
              <a:t>ư</a:t>
            </a:r>
            <a:r>
              <a:rPr lang="en-US" sz="3600">
                <a:latin typeface="Times New Roman" pitchFamily="18" charset="0"/>
                <a:cs typeface="Times New Roman" pitchFamily="18" charset="0"/>
              </a:rPr>
              <a:t> viện:</a:t>
            </a:r>
          </a:p>
          <a:p>
            <a:pPr algn="just"/>
            <a:endParaRPr lang="en-US" sz="3600">
              <a:latin typeface="Times New Roman" pitchFamily="18" charset="0"/>
              <a:cs typeface="Times New Roman" pitchFamily="18" charset="0"/>
            </a:endParaRPr>
          </a:p>
          <a:p>
            <a:pPr algn="just"/>
            <a:endParaRPr lang="en-US" sz="3600">
              <a:latin typeface="Times New Roman" pitchFamily="18" charset="0"/>
              <a:cs typeface="Times New Roman" pitchFamily="18" charset="0"/>
            </a:endParaRPr>
          </a:p>
          <a:p>
            <a:pPr algn="just"/>
            <a:endParaRPr lang="en-US" sz="4800">
              <a:latin typeface="Times New Roman" pitchFamily="18" charset="0"/>
              <a:cs typeface="Times New Roman" pitchFamily="18" charset="0"/>
            </a:endParaRPr>
          </a:p>
          <a:p>
            <a:pPr algn="just"/>
            <a:endParaRPr lang="en-US" sz="3600">
              <a:latin typeface="Times New Roman" pitchFamily="18" charset="0"/>
              <a:cs typeface="Times New Roman" pitchFamily="18" charset="0"/>
            </a:endParaRPr>
          </a:p>
          <a:p>
            <a:pPr algn="just"/>
            <a:r>
              <a:rPr lang="en-US" sz="3600">
                <a:latin typeface="Times New Roman" pitchFamily="18" charset="0"/>
                <a:cs typeface="Times New Roman" pitchFamily="18" charset="0"/>
              </a:rPr>
              <a:t>Ví dụ hàm tự định nghĩa:</a:t>
            </a:r>
            <a:endParaRPr lang="en-US" sz="2400">
              <a:latin typeface="Times New Roman" pitchFamily="18" charset="0"/>
              <a:cs typeface="Times New Roman" pitchFamily="18" charset="0"/>
            </a:endParaRPr>
          </a:p>
        </p:txBody>
      </p:sp>
      <p:sp>
        <p:nvSpPr>
          <p:cNvPr id="6148" name="Slide Number Placeholder 3">
            <a:extLst>
              <a:ext uri="{FF2B5EF4-FFF2-40B4-BE49-F238E27FC236}">
                <a16:creationId xmlns:a16="http://schemas.microsoft.com/office/drawing/2014/main" id="{6387F6B7-3E78-4DC2-ACF4-7A9010C88B16}"/>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E46C0A"/>
              </a:buClr>
              <a:buFont typeface="Wingdings" panose="05000000000000000000" pitchFamily="2" charset="2"/>
              <a:buChar char="v"/>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742950" indent="-285750">
              <a:spcBef>
                <a:spcPct val="20000"/>
              </a:spcBef>
              <a:buClr>
                <a:srgbClr val="E46C0A"/>
              </a:buClr>
              <a:buFont typeface="Wingdings" panose="05000000000000000000" pitchFamily="2" charset="2"/>
              <a:buChar char="q"/>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marL="1143000" indent="-228600">
              <a:spcBef>
                <a:spcPct val="20000"/>
              </a:spcBef>
              <a:buClr>
                <a:srgbClr val="E46C0A"/>
              </a:buClr>
              <a:buFont typeface="Wingdings" panose="05000000000000000000" pitchFamily="2" charset="2"/>
              <a:buChar char="Ø"/>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3pPr>
            <a:lvl4pPr marL="1600200" indent="-228600">
              <a:spcBef>
                <a:spcPct val="20000"/>
              </a:spcBef>
              <a:buClr>
                <a:srgbClr val="E46C0A"/>
              </a:buClr>
              <a:buFont typeface="Courier New" panose="02070309020205020404" pitchFamily="49" charset="0"/>
              <a:buChar char="o"/>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4pPr>
            <a:lvl5pPr marL="2057400" indent="-228600">
              <a:spcBef>
                <a:spcPct val="20000"/>
              </a:spcBef>
              <a:buFont typeface="Arial" panose="020B0604020202020204" pitchFamily="34" charset="0"/>
              <a:buChar char="»"/>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9pPr>
          </a:lstStyle>
          <a:p>
            <a:pPr>
              <a:spcBef>
                <a:spcPct val="0"/>
              </a:spcBef>
              <a:buClrTx/>
              <a:buFontTx/>
              <a:buNone/>
            </a:pPr>
            <a:fld id="{E4B56E55-BAAA-4880-94A1-7A8094250C64}" type="slidenum">
              <a:rPr lang="en-US" altLang="en-US" sz="1400" smtClean="0">
                <a:solidFill>
                  <a:srgbClr val="002060"/>
                </a:solidFill>
                <a:latin typeface="Arial" panose="020B0604020202020204" pitchFamily="34" charset="0"/>
                <a:cs typeface="Arial" panose="020B0604020202020204" pitchFamily="34" charset="0"/>
              </a:rPr>
              <a:pPr>
                <a:spcBef>
                  <a:spcPct val="0"/>
                </a:spcBef>
                <a:buClrTx/>
                <a:buFontTx/>
                <a:buNone/>
              </a:pPr>
              <a:t>17</a:t>
            </a:fld>
            <a:endParaRPr lang="en-US" altLang="en-US" sz="1400">
              <a:solidFill>
                <a:srgbClr val="002060"/>
              </a:solidFill>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A084260E-8266-4E78-8A9E-3ADAF76A5179}"/>
              </a:ext>
            </a:extLst>
          </p:cNvPr>
          <p:cNvPicPr>
            <a:picLocks noChangeAspect="1"/>
          </p:cNvPicPr>
          <p:nvPr/>
        </p:nvPicPr>
        <p:blipFill>
          <a:blip r:embed="rId2"/>
          <a:stretch>
            <a:fillRect/>
          </a:stretch>
        </p:blipFill>
        <p:spPr>
          <a:xfrm>
            <a:off x="1398588" y="1706328"/>
            <a:ext cx="6753225" cy="2428875"/>
          </a:xfrm>
          <a:prstGeom prst="rect">
            <a:avLst/>
          </a:prstGeom>
        </p:spPr>
      </p:pic>
      <p:pic>
        <p:nvPicPr>
          <p:cNvPr id="6" name="Picture 5">
            <a:extLst>
              <a:ext uri="{FF2B5EF4-FFF2-40B4-BE49-F238E27FC236}">
                <a16:creationId xmlns:a16="http://schemas.microsoft.com/office/drawing/2014/main" id="{B507BE57-19FA-4D95-B891-B893BAB75F73}"/>
              </a:ext>
            </a:extLst>
          </p:cNvPr>
          <p:cNvPicPr>
            <a:picLocks noChangeAspect="1"/>
          </p:cNvPicPr>
          <p:nvPr/>
        </p:nvPicPr>
        <p:blipFill>
          <a:blip r:embed="rId3"/>
          <a:stretch>
            <a:fillRect/>
          </a:stretch>
        </p:blipFill>
        <p:spPr>
          <a:xfrm>
            <a:off x="1460934" y="5155000"/>
            <a:ext cx="3637261" cy="1235558"/>
          </a:xfrm>
          <a:prstGeom prst="rect">
            <a:avLst/>
          </a:prstGeom>
        </p:spPr>
      </p:pic>
    </p:spTree>
    <p:extLst>
      <p:ext uri="{BB962C8B-B14F-4D97-AF65-F5344CB8AC3E}">
        <p14:creationId xmlns:p14="http://schemas.microsoft.com/office/powerpoint/2010/main" val="429019567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AD2704CE-C6D1-41A0-8FEA-203853D2A9FD}"/>
              </a:ext>
            </a:extLst>
          </p:cNvPr>
          <p:cNvSpPr>
            <a:spLocks noGrp="1"/>
          </p:cNvSpPr>
          <p:nvPr>
            <p:ph type="title"/>
          </p:nvPr>
        </p:nvSpPr>
        <p:spPr>
          <a:xfrm>
            <a:off x="152401" y="0"/>
            <a:ext cx="9028112" cy="914400"/>
          </a:xfrm>
        </p:spPr>
        <p:txBody>
          <a:bodyPr/>
          <a:lstStyle/>
          <a:p>
            <a:pPr algn="l">
              <a:lnSpc>
                <a:spcPct val="150000"/>
              </a:lnSpc>
              <a:spcBef>
                <a:spcPts val="1000"/>
              </a:spcBef>
              <a:buClr>
                <a:srgbClr val="215D9F"/>
              </a:buClr>
            </a:pPr>
            <a:r>
              <a:rPr lang="en-US" sz="3200">
                <a:solidFill>
                  <a:srgbClr val="0070C0"/>
                </a:solidFill>
              </a:rPr>
              <a:t>3. Định nghĩa Hàm</a:t>
            </a:r>
          </a:p>
        </p:txBody>
      </p:sp>
      <p:sp>
        <p:nvSpPr>
          <p:cNvPr id="6147" name="Content Placeholder 2">
            <a:extLst>
              <a:ext uri="{FF2B5EF4-FFF2-40B4-BE49-F238E27FC236}">
                <a16:creationId xmlns:a16="http://schemas.microsoft.com/office/drawing/2014/main" id="{B389CA34-20DF-451F-B09F-9A7C082A79F9}"/>
              </a:ext>
            </a:extLst>
          </p:cNvPr>
          <p:cNvSpPr>
            <a:spLocks noGrp="1"/>
          </p:cNvSpPr>
          <p:nvPr>
            <p:ph idx="1"/>
          </p:nvPr>
        </p:nvSpPr>
        <p:spPr>
          <a:xfrm>
            <a:off x="303212" y="1142999"/>
            <a:ext cx="8534401" cy="5610225"/>
          </a:xfrm>
        </p:spPr>
        <p:txBody>
          <a:bodyPr/>
          <a:lstStyle/>
          <a:p>
            <a:pPr algn="just"/>
            <a:r>
              <a:rPr lang="en-US" sz="2800">
                <a:latin typeface="Times New Roman" pitchFamily="18" charset="0"/>
                <a:cs typeface="Times New Roman" pitchFamily="18" charset="0"/>
              </a:rPr>
              <a:t>Cấu trúc tổng quát khi khai báo Hàm: </a:t>
            </a:r>
          </a:p>
          <a:p>
            <a:pPr algn="just"/>
            <a:endParaRPr lang="en-US" sz="2800">
              <a:latin typeface="Times New Roman" pitchFamily="18" charset="0"/>
              <a:cs typeface="Times New Roman" pitchFamily="18" charset="0"/>
            </a:endParaRPr>
          </a:p>
          <a:p>
            <a:pPr algn="just"/>
            <a:endParaRPr lang="en-US" sz="2800">
              <a:latin typeface="Times New Roman" pitchFamily="18" charset="0"/>
              <a:cs typeface="Times New Roman" pitchFamily="18" charset="0"/>
            </a:endParaRPr>
          </a:p>
          <a:p>
            <a:pPr algn="just"/>
            <a:endParaRPr lang="en-US" sz="2800">
              <a:latin typeface="Times New Roman" pitchFamily="18" charset="0"/>
              <a:cs typeface="Times New Roman" pitchFamily="18" charset="0"/>
            </a:endParaRPr>
          </a:p>
          <a:p>
            <a:pPr algn="just"/>
            <a:endParaRPr lang="en-US" sz="2800">
              <a:latin typeface="Times New Roman" pitchFamily="18" charset="0"/>
              <a:cs typeface="Times New Roman" pitchFamily="18" charset="0"/>
            </a:endParaRPr>
          </a:p>
          <a:p>
            <a:pPr algn="just"/>
            <a:endParaRPr lang="en-US" sz="2800">
              <a:latin typeface="Times New Roman" pitchFamily="18" charset="0"/>
              <a:cs typeface="Times New Roman" pitchFamily="18" charset="0"/>
            </a:endParaRPr>
          </a:p>
          <a:p>
            <a:pPr algn="just"/>
            <a:endParaRPr lang="en-US" sz="2800">
              <a:latin typeface="Times New Roman" pitchFamily="18" charset="0"/>
              <a:cs typeface="Times New Roman" pitchFamily="18" charset="0"/>
            </a:endParaRPr>
          </a:p>
          <a:p>
            <a:pPr algn="just"/>
            <a:r>
              <a:rPr lang="en-US" sz="2800">
                <a:latin typeface="Times New Roman" pitchFamily="18" charset="0"/>
                <a:cs typeface="Times New Roman" pitchFamily="18" charset="0"/>
              </a:rPr>
              <a:t>Dùng từ khóa </a:t>
            </a:r>
            <a:r>
              <a:rPr lang="en-US" sz="2800" b="1">
                <a:solidFill>
                  <a:srgbClr val="FF0000"/>
                </a:solidFill>
                <a:latin typeface="Times New Roman" pitchFamily="18" charset="0"/>
                <a:cs typeface="Times New Roman" pitchFamily="18" charset="0"/>
              </a:rPr>
              <a:t>def</a:t>
            </a:r>
            <a:r>
              <a:rPr lang="en-US" sz="2800">
                <a:latin typeface="Times New Roman" pitchFamily="18" charset="0"/>
                <a:cs typeface="Times New Roman" pitchFamily="18" charset="0"/>
              </a:rPr>
              <a:t> để định nghĩa hàm, các hàm có thể có đối số hoặc không. Có thể trả về kết quả hoặc không.</a:t>
            </a:r>
          </a:p>
        </p:txBody>
      </p:sp>
      <p:sp>
        <p:nvSpPr>
          <p:cNvPr id="6148" name="Slide Number Placeholder 3">
            <a:extLst>
              <a:ext uri="{FF2B5EF4-FFF2-40B4-BE49-F238E27FC236}">
                <a16:creationId xmlns:a16="http://schemas.microsoft.com/office/drawing/2014/main" id="{6387F6B7-3E78-4DC2-ACF4-7A9010C88B16}"/>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E46C0A"/>
              </a:buClr>
              <a:buFont typeface="Wingdings" panose="05000000000000000000" pitchFamily="2" charset="2"/>
              <a:buChar char="v"/>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742950" indent="-285750">
              <a:spcBef>
                <a:spcPct val="20000"/>
              </a:spcBef>
              <a:buClr>
                <a:srgbClr val="E46C0A"/>
              </a:buClr>
              <a:buFont typeface="Wingdings" panose="05000000000000000000" pitchFamily="2" charset="2"/>
              <a:buChar char="q"/>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marL="1143000" indent="-228600">
              <a:spcBef>
                <a:spcPct val="20000"/>
              </a:spcBef>
              <a:buClr>
                <a:srgbClr val="E46C0A"/>
              </a:buClr>
              <a:buFont typeface="Wingdings" panose="05000000000000000000" pitchFamily="2" charset="2"/>
              <a:buChar char="Ø"/>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3pPr>
            <a:lvl4pPr marL="1600200" indent="-228600">
              <a:spcBef>
                <a:spcPct val="20000"/>
              </a:spcBef>
              <a:buClr>
                <a:srgbClr val="E46C0A"/>
              </a:buClr>
              <a:buFont typeface="Courier New" panose="02070309020205020404" pitchFamily="49" charset="0"/>
              <a:buChar char="o"/>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4pPr>
            <a:lvl5pPr marL="2057400" indent="-228600">
              <a:spcBef>
                <a:spcPct val="20000"/>
              </a:spcBef>
              <a:buFont typeface="Arial" panose="020B0604020202020204" pitchFamily="34" charset="0"/>
              <a:buChar char="»"/>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9pPr>
          </a:lstStyle>
          <a:p>
            <a:pPr>
              <a:spcBef>
                <a:spcPct val="0"/>
              </a:spcBef>
              <a:buClrTx/>
              <a:buFontTx/>
              <a:buNone/>
            </a:pPr>
            <a:fld id="{E4B56E55-BAAA-4880-94A1-7A8094250C64}" type="slidenum">
              <a:rPr lang="en-US" altLang="en-US" sz="1400" smtClean="0">
                <a:solidFill>
                  <a:srgbClr val="002060"/>
                </a:solidFill>
                <a:latin typeface="Arial" panose="020B0604020202020204" pitchFamily="34" charset="0"/>
                <a:cs typeface="Arial" panose="020B0604020202020204" pitchFamily="34" charset="0"/>
              </a:rPr>
              <a:pPr>
                <a:spcBef>
                  <a:spcPct val="0"/>
                </a:spcBef>
                <a:buClrTx/>
                <a:buFontTx/>
                <a:buNone/>
              </a:pPr>
              <a:t>18</a:t>
            </a:fld>
            <a:endParaRPr lang="en-US" altLang="en-US" sz="1400">
              <a:solidFill>
                <a:srgbClr val="002060"/>
              </a:solidFill>
              <a:latin typeface="Arial" panose="020B0604020202020204" pitchFamily="34" charset="0"/>
              <a:cs typeface="Arial" panose="020B0604020202020204" pitchFamily="34" charset="0"/>
            </a:endParaRPr>
          </a:p>
        </p:txBody>
      </p:sp>
      <p:pic>
        <p:nvPicPr>
          <p:cNvPr id="7" name="Picture 6">
            <a:extLst>
              <a:ext uri="{FF2B5EF4-FFF2-40B4-BE49-F238E27FC236}">
                <a16:creationId xmlns:a16="http://schemas.microsoft.com/office/drawing/2014/main" id="{6015FE5B-9AA6-4FBB-BC06-E4C13585B595}"/>
              </a:ext>
            </a:extLst>
          </p:cNvPr>
          <p:cNvPicPr>
            <a:picLocks noChangeAspect="1"/>
          </p:cNvPicPr>
          <p:nvPr/>
        </p:nvPicPr>
        <p:blipFill>
          <a:blip r:embed="rId2"/>
          <a:stretch>
            <a:fillRect/>
          </a:stretch>
        </p:blipFill>
        <p:spPr>
          <a:xfrm>
            <a:off x="1676400" y="2060574"/>
            <a:ext cx="5010150" cy="1590675"/>
          </a:xfrm>
          <a:prstGeom prst="rect">
            <a:avLst/>
          </a:prstGeom>
        </p:spPr>
      </p:pic>
    </p:spTree>
    <p:extLst>
      <p:ext uri="{BB962C8B-B14F-4D97-AF65-F5344CB8AC3E}">
        <p14:creationId xmlns:p14="http://schemas.microsoft.com/office/powerpoint/2010/main" val="155601193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AD2704CE-C6D1-41A0-8FEA-203853D2A9FD}"/>
              </a:ext>
            </a:extLst>
          </p:cNvPr>
          <p:cNvSpPr>
            <a:spLocks noGrp="1"/>
          </p:cNvSpPr>
          <p:nvPr>
            <p:ph type="title"/>
          </p:nvPr>
        </p:nvSpPr>
        <p:spPr>
          <a:xfrm>
            <a:off x="152401" y="0"/>
            <a:ext cx="9028112" cy="914400"/>
          </a:xfrm>
        </p:spPr>
        <p:txBody>
          <a:bodyPr/>
          <a:lstStyle/>
          <a:p>
            <a:pPr algn="l">
              <a:lnSpc>
                <a:spcPct val="150000"/>
              </a:lnSpc>
              <a:spcBef>
                <a:spcPts val="1000"/>
              </a:spcBef>
              <a:buClr>
                <a:srgbClr val="215D9F"/>
              </a:buClr>
            </a:pPr>
            <a:r>
              <a:rPr lang="en-US" sz="3200">
                <a:solidFill>
                  <a:srgbClr val="0070C0"/>
                </a:solidFill>
              </a:rPr>
              <a:t>3. Định nghĩa Hàm</a:t>
            </a:r>
          </a:p>
        </p:txBody>
      </p:sp>
      <p:sp>
        <p:nvSpPr>
          <p:cNvPr id="6147" name="Content Placeholder 2">
            <a:extLst>
              <a:ext uri="{FF2B5EF4-FFF2-40B4-BE49-F238E27FC236}">
                <a16:creationId xmlns:a16="http://schemas.microsoft.com/office/drawing/2014/main" id="{B389CA34-20DF-451F-B09F-9A7C082A79F9}"/>
              </a:ext>
            </a:extLst>
          </p:cNvPr>
          <p:cNvSpPr>
            <a:spLocks noGrp="1"/>
          </p:cNvSpPr>
          <p:nvPr>
            <p:ph idx="1"/>
          </p:nvPr>
        </p:nvSpPr>
        <p:spPr>
          <a:xfrm>
            <a:off x="303212" y="914401"/>
            <a:ext cx="8534401" cy="5838824"/>
          </a:xfrm>
        </p:spPr>
        <p:txBody>
          <a:bodyPr/>
          <a:lstStyle/>
          <a:p>
            <a:pPr marL="457200" indent="-457200" algn="just">
              <a:buFont typeface="Wingdings" pitchFamily="2" charset="2"/>
              <a:buChar char="Ø"/>
            </a:pPr>
            <a:r>
              <a:rPr lang="en-US" sz="2400">
                <a:latin typeface="Times New Roman" pitchFamily="18" charset="0"/>
                <a:cs typeface="Times New Roman" pitchFamily="18" charset="0"/>
              </a:rPr>
              <a:t>Ví dụ : Viết hàm tính giải ph</a:t>
            </a:r>
            <a:r>
              <a:rPr lang="vi-VN" sz="2400">
                <a:latin typeface="Times New Roman" pitchFamily="18" charset="0"/>
                <a:cs typeface="Times New Roman" pitchFamily="18" charset="0"/>
              </a:rPr>
              <a:t>ư</a:t>
            </a:r>
            <a:r>
              <a:rPr lang="en-US" sz="2400">
                <a:latin typeface="Times New Roman" pitchFamily="18" charset="0"/>
                <a:cs typeface="Times New Roman" pitchFamily="18" charset="0"/>
              </a:rPr>
              <a:t>ơng trình bậc 1</a:t>
            </a:r>
          </a:p>
          <a:p>
            <a:pPr marL="457200" indent="-457200" algn="just">
              <a:buFont typeface="Wingdings" pitchFamily="2" charset="2"/>
              <a:buChar char="Ø"/>
            </a:pPr>
            <a:endParaRPr lang="en-US" sz="2400">
              <a:latin typeface="Times New Roman" pitchFamily="18" charset="0"/>
              <a:cs typeface="Times New Roman" pitchFamily="18" charset="0"/>
            </a:endParaRPr>
          </a:p>
          <a:p>
            <a:pPr marL="457200" indent="-457200" algn="just">
              <a:buFont typeface="Wingdings" pitchFamily="2" charset="2"/>
              <a:buChar char="Ø"/>
            </a:pPr>
            <a:endParaRPr lang="en-US" sz="2400">
              <a:latin typeface="Times New Roman" pitchFamily="18" charset="0"/>
              <a:cs typeface="Times New Roman" pitchFamily="18" charset="0"/>
            </a:endParaRPr>
          </a:p>
          <a:p>
            <a:pPr marL="457200" indent="-457200" algn="just">
              <a:buFont typeface="Wingdings" pitchFamily="2" charset="2"/>
              <a:buChar char="Ø"/>
            </a:pPr>
            <a:endParaRPr lang="en-US" sz="2400">
              <a:latin typeface="Times New Roman" pitchFamily="18" charset="0"/>
              <a:cs typeface="Times New Roman" pitchFamily="18" charset="0"/>
            </a:endParaRPr>
          </a:p>
          <a:p>
            <a:pPr marL="457200" indent="-457200" algn="just">
              <a:buFont typeface="Wingdings" pitchFamily="2" charset="2"/>
              <a:buChar char="Ø"/>
            </a:pPr>
            <a:endParaRPr lang="en-US" sz="2400">
              <a:latin typeface="Times New Roman" pitchFamily="18" charset="0"/>
              <a:cs typeface="Times New Roman" pitchFamily="18" charset="0"/>
            </a:endParaRPr>
          </a:p>
          <a:p>
            <a:pPr marL="457200" indent="-457200" algn="just">
              <a:buFont typeface="Wingdings" pitchFamily="2" charset="2"/>
              <a:buChar char="Ø"/>
            </a:pPr>
            <a:endParaRPr lang="en-US" sz="2400">
              <a:latin typeface="Times New Roman" pitchFamily="18" charset="0"/>
              <a:cs typeface="Times New Roman" pitchFamily="18" charset="0"/>
            </a:endParaRPr>
          </a:p>
          <a:p>
            <a:pPr marL="457200" indent="-457200" algn="just">
              <a:buFont typeface="Wingdings" pitchFamily="2" charset="2"/>
              <a:buChar char="Ø"/>
            </a:pPr>
            <a:endParaRPr lang="en-US" sz="2400">
              <a:latin typeface="Times New Roman" pitchFamily="18" charset="0"/>
              <a:cs typeface="Times New Roman" pitchFamily="18" charset="0"/>
            </a:endParaRPr>
          </a:p>
          <a:p>
            <a:pPr marL="457200" indent="-457200" algn="just">
              <a:buFont typeface="Wingdings" pitchFamily="2" charset="2"/>
              <a:buChar char="Ø"/>
            </a:pPr>
            <a:endParaRPr lang="en-US" sz="2400">
              <a:latin typeface="Times New Roman" pitchFamily="18" charset="0"/>
              <a:cs typeface="Times New Roman" pitchFamily="18" charset="0"/>
            </a:endParaRPr>
          </a:p>
          <a:p>
            <a:pPr marL="457200" indent="-457200" algn="just">
              <a:buFont typeface="Wingdings" pitchFamily="2" charset="2"/>
              <a:buChar char="Ø"/>
            </a:pPr>
            <a:r>
              <a:rPr lang="en-US" sz="2400">
                <a:latin typeface="Times New Roman" pitchFamily="18" charset="0"/>
                <a:cs typeface="Times New Roman" pitchFamily="18" charset="0"/>
              </a:rPr>
              <a:t>Ví dụ: Viết hàm xuất dữ liệu ra màn hình</a:t>
            </a:r>
          </a:p>
          <a:p>
            <a:pPr algn="just"/>
            <a:endParaRPr lang="en-US" sz="2400">
              <a:latin typeface="Times New Roman" pitchFamily="18" charset="0"/>
              <a:cs typeface="Times New Roman" pitchFamily="18" charset="0"/>
            </a:endParaRPr>
          </a:p>
        </p:txBody>
      </p:sp>
      <p:sp>
        <p:nvSpPr>
          <p:cNvPr id="6148" name="Slide Number Placeholder 3">
            <a:extLst>
              <a:ext uri="{FF2B5EF4-FFF2-40B4-BE49-F238E27FC236}">
                <a16:creationId xmlns:a16="http://schemas.microsoft.com/office/drawing/2014/main" id="{6387F6B7-3E78-4DC2-ACF4-7A9010C88B16}"/>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E46C0A"/>
              </a:buClr>
              <a:buFont typeface="Wingdings" panose="05000000000000000000" pitchFamily="2" charset="2"/>
              <a:buChar char="v"/>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742950" indent="-285750">
              <a:spcBef>
                <a:spcPct val="20000"/>
              </a:spcBef>
              <a:buClr>
                <a:srgbClr val="E46C0A"/>
              </a:buClr>
              <a:buFont typeface="Wingdings" panose="05000000000000000000" pitchFamily="2" charset="2"/>
              <a:buChar char="q"/>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marL="1143000" indent="-228600">
              <a:spcBef>
                <a:spcPct val="20000"/>
              </a:spcBef>
              <a:buClr>
                <a:srgbClr val="E46C0A"/>
              </a:buClr>
              <a:buFont typeface="Wingdings" panose="05000000000000000000" pitchFamily="2" charset="2"/>
              <a:buChar char="Ø"/>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3pPr>
            <a:lvl4pPr marL="1600200" indent="-228600">
              <a:spcBef>
                <a:spcPct val="20000"/>
              </a:spcBef>
              <a:buClr>
                <a:srgbClr val="E46C0A"/>
              </a:buClr>
              <a:buFont typeface="Courier New" panose="02070309020205020404" pitchFamily="49" charset="0"/>
              <a:buChar char="o"/>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4pPr>
            <a:lvl5pPr marL="2057400" indent="-228600">
              <a:spcBef>
                <a:spcPct val="20000"/>
              </a:spcBef>
              <a:buFont typeface="Arial" panose="020B0604020202020204" pitchFamily="34" charset="0"/>
              <a:buChar char="»"/>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9pPr>
          </a:lstStyle>
          <a:p>
            <a:pPr>
              <a:spcBef>
                <a:spcPct val="0"/>
              </a:spcBef>
              <a:buClrTx/>
              <a:buFontTx/>
              <a:buNone/>
            </a:pPr>
            <a:fld id="{E4B56E55-BAAA-4880-94A1-7A8094250C64}" type="slidenum">
              <a:rPr lang="en-US" altLang="en-US" sz="1400" smtClean="0">
                <a:solidFill>
                  <a:srgbClr val="002060"/>
                </a:solidFill>
                <a:latin typeface="Arial" panose="020B0604020202020204" pitchFamily="34" charset="0"/>
                <a:cs typeface="Arial" panose="020B0604020202020204" pitchFamily="34" charset="0"/>
              </a:rPr>
              <a:pPr>
                <a:spcBef>
                  <a:spcPct val="0"/>
                </a:spcBef>
                <a:buClrTx/>
                <a:buFontTx/>
                <a:buNone/>
              </a:pPr>
              <a:t>19</a:t>
            </a:fld>
            <a:endParaRPr lang="en-US" altLang="en-US" sz="1400">
              <a:solidFill>
                <a:srgbClr val="002060"/>
              </a:solidFill>
              <a:latin typeface="Arial" panose="020B0604020202020204" pitchFamily="34" charset="0"/>
              <a:cs typeface="Arial" panose="020B0604020202020204" pitchFamily="34" charset="0"/>
            </a:endParaRPr>
          </a:p>
        </p:txBody>
      </p:sp>
      <p:pic>
        <p:nvPicPr>
          <p:cNvPr id="7" name="Picture 6">
            <a:extLst>
              <a:ext uri="{FF2B5EF4-FFF2-40B4-BE49-F238E27FC236}">
                <a16:creationId xmlns:a16="http://schemas.microsoft.com/office/drawing/2014/main" id="{CB1B0B47-D3EB-4A5F-B9CE-E8C5D44A3A03}"/>
              </a:ext>
            </a:extLst>
          </p:cNvPr>
          <p:cNvPicPr>
            <a:picLocks noChangeAspect="1"/>
          </p:cNvPicPr>
          <p:nvPr/>
        </p:nvPicPr>
        <p:blipFill>
          <a:blip r:embed="rId2"/>
          <a:stretch>
            <a:fillRect/>
          </a:stretch>
        </p:blipFill>
        <p:spPr>
          <a:xfrm>
            <a:off x="1219200" y="1524000"/>
            <a:ext cx="7108658" cy="2286000"/>
          </a:xfrm>
          <a:prstGeom prst="rect">
            <a:avLst/>
          </a:prstGeom>
        </p:spPr>
      </p:pic>
      <p:pic>
        <p:nvPicPr>
          <p:cNvPr id="8" name="Picture 7">
            <a:extLst>
              <a:ext uri="{FF2B5EF4-FFF2-40B4-BE49-F238E27FC236}">
                <a16:creationId xmlns:a16="http://schemas.microsoft.com/office/drawing/2014/main" id="{844D1228-1EEA-4AE9-9CCD-D55746BE0420}"/>
              </a:ext>
            </a:extLst>
          </p:cNvPr>
          <p:cNvPicPr>
            <a:picLocks noChangeAspect="1"/>
          </p:cNvPicPr>
          <p:nvPr/>
        </p:nvPicPr>
        <p:blipFill>
          <a:blip r:embed="rId3"/>
          <a:stretch>
            <a:fillRect/>
          </a:stretch>
        </p:blipFill>
        <p:spPr>
          <a:xfrm>
            <a:off x="1186070" y="5181600"/>
            <a:ext cx="4367068" cy="847725"/>
          </a:xfrm>
          <a:prstGeom prst="rect">
            <a:avLst/>
          </a:prstGeom>
        </p:spPr>
      </p:pic>
    </p:spTree>
    <p:extLst>
      <p:ext uri="{BB962C8B-B14F-4D97-AF65-F5344CB8AC3E}">
        <p14:creationId xmlns:p14="http://schemas.microsoft.com/office/powerpoint/2010/main" val="58983394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AD2704CE-C6D1-41A0-8FEA-203853D2A9FD}"/>
              </a:ext>
            </a:extLst>
          </p:cNvPr>
          <p:cNvSpPr>
            <a:spLocks noGrp="1"/>
          </p:cNvSpPr>
          <p:nvPr>
            <p:ph type="title"/>
          </p:nvPr>
        </p:nvSpPr>
        <p:spPr>
          <a:xfrm>
            <a:off x="152401" y="0"/>
            <a:ext cx="9028112" cy="914400"/>
          </a:xfrm>
        </p:spPr>
        <p:txBody>
          <a:bodyPr/>
          <a:lstStyle/>
          <a:p>
            <a:pPr algn="l">
              <a:lnSpc>
                <a:spcPct val="150000"/>
              </a:lnSpc>
              <a:spcBef>
                <a:spcPts val="1000"/>
              </a:spcBef>
              <a:buClr>
                <a:srgbClr val="215D9F"/>
              </a:buClr>
            </a:pPr>
            <a:r>
              <a:rPr lang="en-US" sz="3200">
                <a:solidFill>
                  <a:srgbClr val="0070C0"/>
                </a:solidFill>
              </a:rPr>
              <a:t>3. Định nghĩa Hàm</a:t>
            </a:r>
          </a:p>
        </p:txBody>
      </p:sp>
      <p:sp>
        <p:nvSpPr>
          <p:cNvPr id="6147" name="Content Placeholder 2">
            <a:extLst>
              <a:ext uri="{FF2B5EF4-FFF2-40B4-BE49-F238E27FC236}">
                <a16:creationId xmlns:a16="http://schemas.microsoft.com/office/drawing/2014/main" id="{B389CA34-20DF-451F-B09F-9A7C082A79F9}"/>
              </a:ext>
            </a:extLst>
          </p:cNvPr>
          <p:cNvSpPr>
            <a:spLocks noGrp="1"/>
          </p:cNvSpPr>
          <p:nvPr>
            <p:ph idx="1"/>
          </p:nvPr>
        </p:nvSpPr>
        <p:spPr>
          <a:xfrm>
            <a:off x="303212" y="1142999"/>
            <a:ext cx="8534401" cy="5610225"/>
          </a:xfrm>
        </p:spPr>
        <p:txBody>
          <a:bodyPr/>
          <a:lstStyle/>
          <a:p>
            <a:pPr marL="457200" indent="-457200" algn="just">
              <a:buFont typeface="Wingdings" pitchFamily="2" charset="2"/>
              <a:buChar char="Ø"/>
            </a:pPr>
            <a:r>
              <a:rPr lang="en-US" sz="2800" dirty="0" err="1">
                <a:latin typeface="Times New Roman" panose="02020603050405020304" pitchFamily="18" charset="0"/>
                <a:cs typeface="Times New Roman" panose="02020603050405020304" pitchFamily="18" charset="0"/>
              </a:rPr>
              <a:t>Để</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gọi</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hàm</a:t>
            </a:r>
            <a:r>
              <a:rPr lang="en-US" sz="2800" dirty="0">
                <a:latin typeface="Times New Roman" panose="02020603050405020304" pitchFamily="18" charset="0"/>
                <a:cs typeface="Times New Roman" panose="02020603050405020304" pitchFamily="18" charset="0"/>
              </a:rPr>
              <a:t> ta </a:t>
            </a:r>
            <a:r>
              <a:rPr lang="en-US" sz="2800" dirty="0" err="1">
                <a:latin typeface="Times New Roman" panose="02020603050405020304" pitchFamily="18" charset="0"/>
                <a:cs typeface="Times New Roman" panose="02020603050405020304" pitchFamily="18" charset="0"/>
              </a:rPr>
              <a:t>cũng</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cần</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phải</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kiểm</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tra</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Hàm</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đó</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đ</a:t>
            </a:r>
            <a:r>
              <a:rPr lang="vi-VN" sz="2800" dirty="0">
                <a:latin typeface="Times New Roman" panose="02020603050405020304" pitchFamily="18" charset="0"/>
                <a:cs typeface="Times New Roman" panose="02020603050405020304" pitchFamily="18" charset="0"/>
              </a:rPr>
              <a:t>ư</a:t>
            </a:r>
            <a:r>
              <a:rPr lang="en-US" sz="2800" dirty="0" err="1">
                <a:latin typeface="Times New Roman" panose="02020603050405020304" pitchFamily="18" charset="0"/>
                <a:cs typeface="Times New Roman" panose="02020603050405020304" pitchFamily="18" charset="0"/>
              </a:rPr>
              <a:t>ợc</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định</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nghĩa</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nh</a:t>
            </a:r>
            <a:r>
              <a:rPr lang="vi-VN" sz="2800" dirty="0">
                <a:latin typeface="Times New Roman" panose="02020603050405020304" pitchFamily="18" charset="0"/>
                <a:cs typeface="Times New Roman" panose="02020603050405020304" pitchFamily="18" charset="0"/>
              </a:rPr>
              <a:t>ư</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thế</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nào</a:t>
            </a:r>
            <a:r>
              <a:rPr lang="en-US" sz="2800" dirty="0">
                <a:latin typeface="Times New Roman" panose="02020603050405020304" pitchFamily="18" charset="0"/>
                <a:cs typeface="Times New Roman" panose="02020603050405020304" pitchFamily="18" charset="0"/>
              </a:rPr>
              <a:t>?</a:t>
            </a:r>
          </a:p>
          <a:p>
            <a:pPr lvl="1" algn="just">
              <a:buFont typeface="Wingdings" panose="05000000000000000000" pitchFamily="2" charset="2"/>
              <a:buChar char="ü"/>
            </a:pPr>
            <a:r>
              <a:rPr lang="en-US" sz="2800" dirty="0" err="1">
                <a:latin typeface="Times New Roman" panose="02020603050405020304" pitchFamily="18" charset="0"/>
                <a:cs typeface="Times New Roman" panose="02020603050405020304" pitchFamily="18" charset="0"/>
              </a:rPr>
              <a:t>Có</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đối</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số</a:t>
            </a:r>
            <a:r>
              <a:rPr lang="en-US" sz="2800" dirty="0">
                <a:latin typeface="Times New Roman" panose="02020603050405020304" pitchFamily="18" charset="0"/>
                <a:cs typeface="Times New Roman" panose="02020603050405020304" pitchFamily="18" charset="0"/>
              </a:rPr>
              <a:t> hay </a:t>
            </a:r>
            <a:r>
              <a:rPr lang="en-US" sz="2800" dirty="0" err="1">
                <a:latin typeface="Times New Roman" panose="02020603050405020304" pitchFamily="18" charset="0"/>
                <a:cs typeface="Times New Roman" panose="02020603050405020304" pitchFamily="18" charset="0"/>
              </a:rPr>
              <a:t>không</a:t>
            </a:r>
            <a:r>
              <a:rPr lang="en-US" sz="2800" dirty="0">
                <a:latin typeface="Times New Roman" panose="02020603050405020304" pitchFamily="18" charset="0"/>
                <a:cs typeface="Times New Roman" panose="02020603050405020304" pitchFamily="18" charset="0"/>
              </a:rPr>
              <a:t>?</a:t>
            </a:r>
          </a:p>
          <a:p>
            <a:pPr lvl="1" algn="just">
              <a:buFont typeface="Wingdings" panose="05000000000000000000" pitchFamily="2" charset="2"/>
              <a:buChar char="ü"/>
            </a:pPr>
            <a:r>
              <a:rPr lang="en-US" sz="2800" dirty="0" err="1">
                <a:latin typeface="Times New Roman" panose="02020603050405020304" pitchFamily="18" charset="0"/>
                <a:cs typeface="Times New Roman" panose="02020603050405020304" pitchFamily="18" charset="0"/>
              </a:rPr>
              <a:t>Có</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trả</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về</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kết</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quả</a:t>
            </a:r>
            <a:r>
              <a:rPr lang="en-US" sz="2800" dirty="0">
                <a:latin typeface="Times New Roman" panose="02020603050405020304" pitchFamily="18" charset="0"/>
                <a:cs typeface="Times New Roman" panose="02020603050405020304" pitchFamily="18" charset="0"/>
              </a:rPr>
              <a:t> hay </a:t>
            </a:r>
            <a:r>
              <a:rPr lang="en-US" sz="2800" dirty="0" err="1">
                <a:latin typeface="Times New Roman" panose="02020603050405020304" pitchFamily="18" charset="0"/>
                <a:cs typeface="Times New Roman" panose="02020603050405020304" pitchFamily="18" charset="0"/>
              </a:rPr>
              <a:t>không</a:t>
            </a:r>
            <a:r>
              <a:rPr lang="en-US" sz="2800" dirty="0">
                <a:latin typeface="Times New Roman" panose="02020603050405020304" pitchFamily="18" charset="0"/>
                <a:cs typeface="Times New Roman" panose="02020603050405020304" pitchFamily="18" charset="0"/>
              </a:rPr>
              <a:t>?</a:t>
            </a:r>
          </a:p>
          <a:p>
            <a:pPr marL="457200" lvl="1" indent="0" algn="just">
              <a:buNone/>
            </a:pPr>
            <a:endParaRPr lang="en-US" sz="2800" dirty="0">
              <a:latin typeface="Times New Roman" panose="02020603050405020304" pitchFamily="18" charset="0"/>
              <a:cs typeface="Times New Roman" panose="02020603050405020304" pitchFamily="18" charset="0"/>
            </a:endParaRPr>
          </a:p>
          <a:p>
            <a:pPr marL="57150" indent="0" algn="just">
              <a:buNone/>
            </a:pPr>
            <a:r>
              <a:rPr lang="en-US" sz="2800" b="1" u="sng" dirty="0" err="1">
                <a:latin typeface="Times New Roman" panose="02020603050405020304" pitchFamily="18" charset="0"/>
                <a:cs typeface="Times New Roman" panose="02020603050405020304" pitchFamily="18" charset="0"/>
              </a:rPr>
              <a:t>Nếu</a:t>
            </a:r>
            <a:r>
              <a:rPr lang="en-US" sz="2800" b="1" u="sng" dirty="0">
                <a:latin typeface="Times New Roman" panose="02020603050405020304" pitchFamily="18" charset="0"/>
                <a:cs typeface="Times New Roman" panose="02020603050405020304" pitchFamily="18" charset="0"/>
              </a:rPr>
              <a:t> </a:t>
            </a:r>
            <a:r>
              <a:rPr lang="en-US" sz="2800" b="1" u="sng" dirty="0" err="1">
                <a:latin typeface="Times New Roman" panose="02020603050405020304" pitchFamily="18" charset="0"/>
                <a:cs typeface="Times New Roman" panose="02020603050405020304" pitchFamily="18" charset="0"/>
              </a:rPr>
              <a:t>có</a:t>
            </a:r>
            <a:r>
              <a:rPr lang="en-US" sz="2800" b="1" u="sng" dirty="0">
                <a:latin typeface="Times New Roman" panose="02020603050405020304" pitchFamily="18" charset="0"/>
                <a:cs typeface="Times New Roman" panose="02020603050405020304" pitchFamily="18" charset="0"/>
              </a:rPr>
              <a:t> </a:t>
            </a:r>
            <a:r>
              <a:rPr lang="en-US" sz="2800" b="1" u="sng" dirty="0" err="1">
                <a:latin typeface="Times New Roman" panose="02020603050405020304" pitchFamily="18" charset="0"/>
                <a:cs typeface="Times New Roman" panose="02020603050405020304" pitchFamily="18" charset="0"/>
              </a:rPr>
              <a:t>kết</a:t>
            </a:r>
            <a:r>
              <a:rPr lang="en-US" sz="2800" b="1" u="sng" dirty="0">
                <a:latin typeface="Times New Roman" panose="02020603050405020304" pitchFamily="18" charset="0"/>
                <a:cs typeface="Times New Roman" panose="02020603050405020304" pitchFamily="18" charset="0"/>
              </a:rPr>
              <a:t> </a:t>
            </a:r>
            <a:r>
              <a:rPr lang="en-US" sz="2800" b="1" u="sng" dirty="0" err="1">
                <a:latin typeface="Times New Roman" panose="02020603050405020304" pitchFamily="18" charset="0"/>
                <a:cs typeface="Times New Roman" panose="02020603050405020304" pitchFamily="18" charset="0"/>
              </a:rPr>
              <a:t>quả</a:t>
            </a:r>
            <a:r>
              <a:rPr lang="en-US" sz="2800" b="1" u="sng" dirty="0">
                <a:latin typeface="Times New Roman" panose="02020603050405020304" pitchFamily="18" charset="0"/>
                <a:cs typeface="Times New Roman" panose="02020603050405020304" pitchFamily="18" charset="0"/>
              </a:rPr>
              <a:t> </a:t>
            </a:r>
            <a:r>
              <a:rPr lang="en-US" sz="2800" b="1" u="sng" dirty="0" err="1">
                <a:latin typeface="Times New Roman" panose="02020603050405020304" pitchFamily="18" charset="0"/>
                <a:cs typeface="Times New Roman" panose="02020603050405020304" pitchFamily="18" charset="0"/>
              </a:rPr>
              <a:t>trả</a:t>
            </a:r>
            <a:r>
              <a:rPr lang="en-US" sz="2800" b="1" u="sng" dirty="0">
                <a:latin typeface="Times New Roman" panose="02020603050405020304" pitchFamily="18" charset="0"/>
                <a:cs typeface="Times New Roman" panose="02020603050405020304" pitchFamily="18" charset="0"/>
              </a:rPr>
              <a:t> </a:t>
            </a:r>
            <a:r>
              <a:rPr lang="en-US" sz="2800" b="1" u="sng" dirty="0" err="1">
                <a:latin typeface="Times New Roman" panose="02020603050405020304" pitchFamily="18" charset="0"/>
                <a:cs typeface="Times New Roman" panose="02020603050405020304" pitchFamily="18" charset="0"/>
              </a:rPr>
              <a:t>về</a:t>
            </a:r>
            <a:r>
              <a:rPr lang="en-US" sz="2800" b="1" u="sng" dirty="0">
                <a:latin typeface="Times New Roman" panose="02020603050405020304" pitchFamily="18" charset="0"/>
                <a:cs typeface="Times New Roman" panose="02020603050405020304" pitchFamily="18" charset="0"/>
              </a:rPr>
              <a:t>:</a:t>
            </a:r>
          </a:p>
          <a:p>
            <a:pPr marL="57150" indent="0" algn="just">
              <a:buNone/>
            </a:pPr>
            <a:r>
              <a:rPr lang="en-US" sz="2800" dirty="0">
                <a:latin typeface="Times New Roman" panose="02020603050405020304" pitchFamily="18" charset="0"/>
                <a:cs typeface="Times New Roman" panose="02020603050405020304" pitchFamily="18" charset="0"/>
              </a:rPr>
              <a:t>Result=</a:t>
            </a:r>
            <a:r>
              <a:rPr lang="en-US" sz="2800" dirty="0" err="1">
                <a:solidFill>
                  <a:schemeClr val="tx2"/>
                </a:solidFill>
                <a:latin typeface="Times New Roman" panose="02020603050405020304" pitchFamily="18" charset="0"/>
                <a:cs typeface="Times New Roman" panose="02020603050405020304" pitchFamily="18" charset="0"/>
              </a:rPr>
              <a:t>FunctionName</a:t>
            </a:r>
            <a:r>
              <a:rPr lang="en-US" sz="2800" dirty="0">
                <a:latin typeface="Times New Roman" panose="02020603050405020304" pitchFamily="18" charset="0"/>
                <a:cs typeface="Times New Roman" panose="02020603050405020304" pitchFamily="18" charset="0"/>
              </a:rPr>
              <a:t> ([parameter])</a:t>
            </a:r>
          </a:p>
          <a:p>
            <a:pPr marL="57150" indent="0" algn="just">
              <a:buNone/>
            </a:pPr>
            <a:endParaRPr lang="en-US" sz="2800" dirty="0">
              <a:latin typeface="Times New Roman" panose="02020603050405020304" pitchFamily="18" charset="0"/>
              <a:cs typeface="Times New Roman" panose="02020603050405020304" pitchFamily="18" charset="0"/>
            </a:endParaRPr>
          </a:p>
          <a:p>
            <a:pPr marL="57150" indent="0" algn="just">
              <a:buNone/>
            </a:pPr>
            <a:r>
              <a:rPr lang="en-US" sz="2800" b="1" u="sng" dirty="0" err="1">
                <a:latin typeface="Times New Roman" panose="02020603050405020304" pitchFamily="18" charset="0"/>
                <a:cs typeface="Times New Roman" panose="02020603050405020304" pitchFamily="18" charset="0"/>
              </a:rPr>
              <a:t>Nếu</a:t>
            </a:r>
            <a:r>
              <a:rPr lang="en-US" sz="2800" b="1" u="sng" dirty="0">
                <a:latin typeface="Times New Roman" panose="02020603050405020304" pitchFamily="18" charset="0"/>
                <a:cs typeface="Times New Roman" panose="02020603050405020304" pitchFamily="18" charset="0"/>
              </a:rPr>
              <a:t> </a:t>
            </a:r>
            <a:r>
              <a:rPr lang="en-US" sz="2800" b="1" u="sng" dirty="0" err="1">
                <a:latin typeface="Times New Roman" panose="02020603050405020304" pitchFamily="18" charset="0"/>
                <a:cs typeface="Times New Roman" panose="02020603050405020304" pitchFamily="18" charset="0"/>
              </a:rPr>
              <a:t>không</a:t>
            </a:r>
            <a:r>
              <a:rPr lang="en-US" sz="2800" b="1" u="sng" dirty="0">
                <a:latin typeface="Times New Roman" panose="02020603050405020304" pitchFamily="18" charset="0"/>
                <a:cs typeface="Times New Roman" panose="02020603050405020304" pitchFamily="18" charset="0"/>
              </a:rPr>
              <a:t> </a:t>
            </a:r>
            <a:r>
              <a:rPr lang="en-US" sz="2800" b="1" u="sng" dirty="0" err="1">
                <a:latin typeface="Times New Roman" panose="02020603050405020304" pitchFamily="18" charset="0"/>
                <a:cs typeface="Times New Roman" panose="02020603050405020304" pitchFamily="18" charset="0"/>
              </a:rPr>
              <a:t>có</a:t>
            </a:r>
            <a:r>
              <a:rPr lang="en-US" sz="2800" b="1" u="sng" dirty="0">
                <a:latin typeface="Times New Roman" panose="02020603050405020304" pitchFamily="18" charset="0"/>
                <a:cs typeface="Times New Roman" panose="02020603050405020304" pitchFamily="18" charset="0"/>
              </a:rPr>
              <a:t> </a:t>
            </a:r>
            <a:r>
              <a:rPr lang="en-US" sz="2800" b="1" u="sng" dirty="0" err="1">
                <a:latin typeface="Times New Roman" panose="02020603050405020304" pitchFamily="18" charset="0"/>
                <a:cs typeface="Times New Roman" panose="02020603050405020304" pitchFamily="18" charset="0"/>
              </a:rPr>
              <a:t>kết</a:t>
            </a:r>
            <a:r>
              <a:rPr lang="en-US" sz="2800" b="1" u="sng" dirty="0">
                <a:latin typeface="Times New Roman" panose="02020603050405020304" pitchFamily="18" charset="0"/>
                <a:cs typeface="Times New Roman" panose="02020603050405020304" pitchFamily="18" charset="0"/>
              </a:rPr>
              <a:t> </a:t>
            </a:r>
            <a:r>
              <a:rPr lang="en-US" sz="2800" b="1" u="sng" dirty="0" err="1">
                <a:latin typeface="Times New Roman" panose="02020603050405020304" pitchFamily="18" charset="0"/>
                <a:cs typeface="Times New Roman" panose="02020603050405020304" pitchFamily="18" charset="0"/>
              </a:rPr>
              <a:t>quả</a:t>
            </a:r>
            <a:r>
              <a:rPr lang="en-US" sz="2800" b="1" u="sng" dirty="0">
                <a:latin typeface="Times New Roman" panose="02020603050405020304" pitchFamily="18" charset="0"/>
                <a:cs typeface="Times New Roman" panose="02020603050405020304" pitchFamily="18" charset="0"/>
              </a:rPr>
              <a:t> </a:t>
            </a:r>
            <a:r>
              <a:rPr lang="en-US" sz="2800" b="1" u="sng" dirty="0" err="1">
                <a:latin typeface="Times New Roman" panose="02020603050405020304" pitchFamily="18" charset="0"/>
                <a:cs typeface="Times New Roman" panose="02020603050405020304" pitchFamily="18" charset="0"/>
              </a:rPr>
              <a:t>trả</a:t>
            </a:r>
            <a:r>
              <a:rPr lang="en-US" sz="2800" b="1" u="sng" dirty="0">
                <a:latin typeface="Times New Roman" panose="02020603050405020304" pitchFamily="18" charset="0"/>
                <a:cs typeface="Times New Roman" panose="02020603050405020304" pitchFamily="18" charset="0"/>
              </a:rPr>
              <a:t> </a:t>
            </a:r>
            <a:r>
              <a:rPr lang="en-US" sz="2800" b="1" u="sng" dirty="0" err="1">
                <a:latin typeface="Times New Roman" panose="02020603050405020304" pitchFamily="18" charset="0"/>
                <a:cs typeface="Times New Roman" panose="02020603050405020304" pitchFamily="18" charset="0"/>
              </a:rPr>
              <a:t>về</a:t>
            </a:r>
            <a:r>
              <a:rPr lang="en-US" sz="2800" b="1" u="sng" dirty="0">
                <a:latin typeface="Times New Roman" panose="02020603050405020304" pitchFamily="18" charset="0"/>
                <a:cs typeface="Times New Roman" panose="02020603050405020304" pitchFamily="18" charset="0"/>
              </a:rPr>
              <a:t>:</a:t>
            </a:r>
          </a:p>
          <a:p>
            <a:pPr marL="57150" indent="0" algn="just">
              <a:buNone/>
            </a:pPr>
            <a:r>
              <a:rPr lang="en-US" sz="2800" dirty="0" err="1">
                <a:solidFill>
                  <a:schemeClr val="tx2"/>
                </a:solidFill>
                <a:latin typeface="Times New Roman" panose="02020603050405020304" pitchFamily="18" charset="0"/>
                <a:cs typeface="Times New Roman" panose="02020603050405020304" pitchFamily="18" charset="0"/>
              </a:rPr>
              <a:t>FunctionName</a:t>
            </a:r>
            <a:r>
              <a:rPr lang="en-US" sz="2800" dirty="0">
                <a:latin typeface="Times New Roman" panose="02020603050405020304" pitchFamily="18" charset="0"/>
                <a:cs typeface="Times New Roman" panose="02020603050405020304" pitchFamily="18" charset="0"/>
              </a:rPr>
              <a:t>([parameter])</a:t>
            </a:r>
          </a:p>
        </p:txBody>
      </p:sp>
      <p:sp>
        <p:nvSpPr>
          <p:cNvPr id="6148" name="Slide Number Placeholder 3">
            <a:extLst>
              <a:ext uri="{FF2B5EF4-FFF2-40B4-BE49-F238E27FC236}">
                <a16:creationId xmlns:a16="http://schemas.microsoft.com/office/drawing/2014/main" id="{6387F6B7-3E78-4DC2-ACF4-7A9010C88B16}"/>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E46C0A"/>
              </a:buClr>
              <a:buFont typeface="Wingdings" panose="05000000000000000000" pitchFamily="2" charset="2"/>
              <a:buChar char="v"/>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742950" indent="-285750">
              <a:spcBef>
                <a:spcPct val="20000"/>
              </a:spcBef>
              <a:buClr>
                <a:srgbClr val="E46C0A"/>
              </a:buClr>
              <a:buFont typeface="Wingdings" panose="05000000000000000000" pitchFamily="2" charset="2"/>
              <a:buChar char="q"/>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marL="1143000" indent="-228600">
              <a:spcBef>
                <a:spcPct val="20000"/>
              </a:spcBef>
              <a:buClr>
                <a:srgbClr val="E46C0A"/>
              </a:buClr>
              <a:buFont typeface="Wingdings" panose="05000000000000000000" pitchFamily="2" charset="2"/>
              <a:buChar char="Ø"/>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3pPr>
            <a:lvl4pPr marL="1600200" indent="-228600">
              <a:spcBef>
                <a:spcPct val="20000"/>
              </a:spcBef>
              <a:buClr>
                <a:srgbClr val="E46C0A"/>
              </a:buClr>
              <a:buFont typeface="Courier New" panose="02070309020205020404" pitchFamily="49" charset="0"/>
              <a:buChar char="o"/>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4pPr>
            <a:lvl5pPr marL="2057400" indent="-228600">
              <a:spcBef>
                <a:spcPct val="20000"/>
              </a:spcBef>
              <a:buFont typeface="Arial" panose="020B0604020202020204" pitchFamily="34" charset="0"/>
              <a:buChar char="»"/>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9pPr>
          </a:lstStyle>
          <a:p>
            <a:pPr>
              <a:spcBef>
                <a:spcPct val="0"/>
              </a:spcBef>
              <a:buClrTx/>
              <a:buFontTx/>
              <a:buNone/>
            </a:pPr>
            <a:fld id="{E4B56E55-BAAA-4880-94A1-7A8094250C64}" type="slidenum">
              <a:rPr lang="en-US" altLang="en-US" sz="1400" smtClean="0">
                <a:solidFill>
                  <a:srgbClr val="002060"/>
                </a:solidFill>
                <a:latin typeface="Arial" panose="020B0604020202020204" pitchFamily="34" charset="0"/>
                <a:cs typeface="Arial" panose="020B0604020202020204" pitchFamily="34" charset="0"/>
              </a:rPr>
              <a:pPr>
                <a:spcBef>
                  <a:spcPct val="0"/>
                </a:spcBef>
                <a:buClrTx/>
                <a:buFontTx/>
                <a:buNone/>
              </a:pPr>
              <a:t>20</a:t>
            </a:fld>
            <a:endParaRPr lang="en-US" altLang="en-US" sz="1400">
              <a:solidFill>
                <a:srgbClr val="00206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30026043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AD2704CE-C6D1-41A0-8FEA-203853D2A9FD}"/>
              </a:ext>
            </a:extLst>
          </p:cNvPr>
          <p:cNvSpPr>
            <a:spLocks noGrp="1"/>
          </p:cNvSpPr>
          <p:nvPr>
            <p:ph type="title"/>
          </p:nvPr>
        </p:nvSpPr>
        <p:spPr>
          <a:xfrm>
            <a:off x="152401" y="0"/>
            <a:ext cx="9028112" cy="914400"/>
          </a:xfrm>
        </p:spPr>
        <p:txBody>
          <a:bodyPr/>
          <a:lstStyle/>
          <a:p>
            <a:pPr algn="l">
              <a:lnSpc>
                <a:spcPct val="150000"/>
              </a:lnSpc>
              <a:spcBef>
                <a:spcPts val="1000"/>
              </a:spcBef>
              <a:buClr>
                <a:srgbClr val="215D9F"/>
              </a:buClr>
            </a:pPr>
            <a:r>
              <a:rPr lang="en-US" sz="3200">
                <a:solidFill>
                  <a:srgbClr val="0070C0"/>
                </a:solidFill>
              </a:rPr>
              <a:t>3. Định nghĩa Hàm</a:t>
            </a:r>
          </a:p>
        </p:txBody>
      </p:sp>
      <p:sp>
        <p:nvSpPr>
          <p:cNvPr id="6147" name="Content Placeholder 2">
            <a:extLst>
              <a:ext uri="{FF2B5EF4-FFF2-40B4-BE49-F238E27FC236}">
                <a16:creationId xmlns:a16="http://schemas.microsoft.com/office/drawing/2014/main" id="{B389CA34-20DF-451F-B09F-9A7C082A79F9}"/>
              </a:ext>
            </a:extLst>
          </p:cNvPr>
          <p:cNvSpPr>
            <a:spLocks noGrp="1"/>
          </p:cNvSpPr>
          <p:nvPr>
            <p:ph idx="1"/>
          </p:nvPr>
        </p:nvSpPr>
        <p:spPr>
          <a:xfrm>
            <a:off x="303212" y="1142999"/>
            <a:ext cx="8534401" cy="5610225"/>
          </a:xfrm>
        </p:spPr>
        <p:txBody>
          <a:bodyPr/>
          <a:lstStyle/>
          <a:p>
            <a:pPr marL="457200" indent="-457200" algn="just">
              <a:buFont typeface="Wingdings" pitchFamily="2" charset="2"/>
              <a:buChar char="Ø"/>
            </a:pPr>
            <a:r>
              <a:rPr lang="en-US" sz="2800" dirty="0" err="1">
                <a:latin typeface="Cambria" panose="02040503050406030204" pitchFamily="18" charset="0"/>
                <a:cs typeface="Times New Roman" pitchFamily="18" charset="0"/>
              </a:rPr>
              <a:t>Xét</a:t>
            </a:r>
            <a:r>
              <a:rPr lang="en-US" sz="2800" dirty="0">
                <a:latin typeface="Cambria" panose="02040503050406030204" pitchFamily="18" charset="0"/>
                <a:cs typeface="Times New Roman" pitchFamily="18" charset="0"/>
              </a:rPr>
              <a:t> </a:t>
            </a:r>
            <a:r>
              <a:rPr lang="en-US" sz="2800" dirty="0" err="1">
                <a:latin typeface="Cambria" panose="02040503050406030204" pitchFamily="18" charset="0"/>
                <a:cs typeface="Times New Roman" pitchFamily="18" charset="0"/>
              </a:rPr>
              <a:t>hàm</a:t>
            </a:r>
            <a:r>
              <a:rPr lang="en-US" sz="2800" dirty="0">
                <a:latin typeface="Cambria" panose="02040503050406030204" pitchFamily="18" charset="0"/>
                <a:cs typeface="Times New Roman" pitchFamily="18" charset="0"/>
              </a:rPr>
              <a:t> </a:t>
            </a:r>
            <a:r>
              <a:rPr lang="en-US" sz="2800" dirty="0" err="1">
                <a:latin typeface="Cambria" panose="02040503050406030204" pitchFamily="18" charset="0"/>
                <a:cs typeface="Times New Roman" pitchFamily="18" charset="0"/>
              </a:rPr>
              <a:t>giải</a:t>
            </a:r>
            <a:r>
              <a:rPr lang="en-US" sz="2800" dirty="0">
                <a:latin typeface="Cambria" panose="02040503050406030204" pitchFamily="18" charset="0"/>
                <a:cs typeface="Times New Roman" pitchFamily="18" charset="0"/>
              </a:rPr>
              <a:t> </a:t>
            </a:r>
            <a:r>
              <a:rPr lang="en-US" sz="2800" dirty="0" err="1">
                <a:latin typeface="Cambria" panose="02040503050406030204" pitchFamily="18" charset="0"/>
                <a:cs typeface="Times New Roman" pitchFamily="18" charset="0"/>
              </a:rPr>
              <a:t>ph</a:t>
            </a:r>
            <a:r>
              <a:rPr lang="vi-VN" sz="2800" dirty="0">
                <a:latin typeface="Cambria" panose="02040503050406030204" pitchFamily="18" charset="0"/>
                <a:cs typeface="Times New Roman" pitchFamily="18" charset="0"/>
              </a:rPr>
              <a:t>ư</a:t>
            </a:r>
            <a:r>
              <a:rPr lang="en-US" sz="2800" dirty="0" err="1">
                <a:latin typeface="Cambria" panose="02040503050406030204" pitchFamily="18" charset="0"/>
                <a:cs typeface="Times New Roman" pitchFamily="18" charset="0"/>
              </a:rPr>
              <a:t>ơng</a:t>
            </a:r>
            <a:r>
              <a:rPr lang="en-US" sz="2800" dirty="0">
                <a:latin typeface="Cambria" panose="02040503050406030204" pitchFamily="18" charset="0"/>
                <a:cs typeface="Times New Roman" pitchFamily="18" charset="0"/>
              </a:rPr>
              <a:t> </a:t>
            </a:r>
            <a:r>
              <a:rPr lang="en-US" sz="2800" dirty="0" err="1">
                <a:latin typeface="Cambria" panose="02040503050406030204" pitchFamily="18" charset="0"/>
                <a:cs typeface="Times New Roman" pitchFamily="18" charset="0"/>
              </a:rPr>
              <a:t>trình</a:t>
            </a:r>
            <a:r>
              <a:rPr lang="en-US" sz="2800" dirty="0">
                <a:latin typeface="Cambria" panose="02040503050406030204" pitchFamily="18" charset="0"/>
                <a:cs typeface="Times New Roman" pitchFamily="18" charset="0"/>
              </a:rPr>
              <a:t> </a:t>
            </a:r>
            <a:r>
              <a:rPr lang="en-US" sz="2800" dirty="0" err="1">
                <a:latin typeface="Cambria" panose="02040503050406030204" pitchFamily="18" charset="0"/>
                <a:cs typeface="Times New Roman" pitchFamily="18" charset="0"/>
              </a:rPr>
              <a:t>bậc</a:t>
            </a:r>
            <a:r>
              <a:rPr lang="en-US" sz="2800" dirty="0">
                <a:latin typeface="Cambria" panose="02040503050406030204" pitchFamily="18" charset="0"/>
                <a:cs typeface="Times New Roman" pitchFamily="18" charset="0"/>
              </a:rPr>
              <a:t> 1, </a:t>
            </a:r>
            <a:r>
              <a:rPr lang="en-US" sz="2800" dirty="0" err="1">
                <a:latin typeface="Cambria" panose="02040503050406030204" pitchFamily="18" charset="0"/>
                <a:cs typeface="Times New Roman" pitchFamily="18" charset="0"/>
              </a:rPr>
              <a:t>hàm</a:t>
            </a:r>
            <a:r>
              <a:rPr lang="en-US" sz="2800" dirty="0">
                <a:latin typeface="Cambria" panose="02040503050406030204" pitchFamily="18" charset="0"/>
                <a:cs typeface="Times New Roman" pitchFamily="18" charset="0"/>
              </a:rPr>
              <a:t> </a:t>
            </a:r>
            <a:r>
              <a:rPr lang="en-US" sz="2800" dirty="0" err="1">
                <a:latin typeface="Cambria" panose="02040503050406030204" pitchFamily="18" charset="0"/>
                <a:cs typeface="Times New Roman" pitchFamily="18" charset="0"/>
              </a:rPr>
              <a:t>có</a:t>
            </a:r>
            <a:r>
              <a:rPr lang="en-US" sz="2800" dirty="0">
                <a:latin typeface="Cambria" panose="02040503050406030204" pitchFamily="18" charset="0"/>
                <a:cs typeface="Times New Roman" pitchFamily="18" charset="0"/>
              </a:rPr>
              <a:t> </a:t>
            </a:r>
            <a:r>
              <a:rPr lang="en-US" sz="2800" dirty="0" err="1">
                <a:latin typeface="Cambria" panose="02040503050406030204" pitchFamily="18" charset="0"/>
                <a:cs typeface="Times New Roman" pitchFamily="18" charset="0"/>
              </a:rPr>
              <a:t>trả</a:t>
            </a:r>
            <a:r>
              <a:rPr lang="en-US" sz="2800" dirty="0">
                <a:latin typeface="Cambria" panose="02040503050406030204" pitchFamily="18" charset="0"/>
                <a:cs typeface="Times New Roman" pitchFamily="18" charset="0"/>
              </a:rPr>
              <a:t> </a:t>
            </a:r>
            <a:r>
              <a:rPr lang="en-US" sz="2800" dirty="0" err="1">
                <a:latin typeface="Cambria" panose="02040503050406030204" pitchFamily="18" charset="0"/>
                <a:cs typeface="Times New Roman" pitchFamily="18" charset="0"/>
              </a:rPr>
              <a:t>về</a:t>
            </a:r>
            <a:r>
              <a:rPr lang="en-US" sz="2800" dirty="0">
                <a:latin typeface="Cambria" panose="02040503050406030204" pitchFamily="18" charset="0"/>
                <a:cs typeface="Times New Roman" pitchFamily="18" charset="0"/>
              </a:rPr>
              <a:t> </a:t>
            </a:r>
            <a:r>
              <a:rPr lang="en-US" sz="2800" dirty="0" err="1">
                <a:latin typeface="Cambria" panose="02040503050406030204" pitchFamily="18" charset="0"/>
                <a:cs typeface="Times New Roman" pitchFamily="18" charset="0"/>
              </a:rPr>
              <a:t>dữ</a:t>
            </a:r>
            <a:r>
              <a:rPr lang="en-US" sz="2800" dirty="0">
                <a:latin typeface="Cambria" panose="02040503050406030204" pitchFamily="18" charset="0"/>
                <a:cs typeface="Times New Roman" pitchFamily="18" charset="0"/>
              </a:rPr>
              <a:t> </a:t>
            </a:r>
            <a:r>
              <a:rPr lang="en-US" sz="2800" dirty="0" err="1">
                <a:latin typeface="Cambria" panose="02040503050406030204" pitchFamily="18" charset="0"/>
                <a:cs typeface="Times New Roman" pitchFamily="18" charset="0"/>
              </a:rPr>
              <a:t>liệu</a:t>
            </a:r>
            <a:r>
              <a:rPr lang="en-US" sz="2800" dirty="0">
                <a:latin typeface="Cambria" panose="02040503050406030204" pitchFamily="18" charset="0"/>
                <a:cs typeface="Times New Roman" pitchFamily="18" charset="0"/>
              </a:rPr>
              <a:t> </a:t>
            </a:r>
          </a:p>
          <a:p>
            <a:pPr marL="457200" indent="-457200" algn="just">
              <a:buFont typeface="Wingdings" pitchFamily="2" charset="2"/>
              <a:buChar char="Ø"/>
            </a:pPr>
            <a:endParaRPr lang="en-US" sz="2800" dirty="0">
              <a:latin typeface="Cambria" panose="02040503050406030204" pitchFamily="18" charset="0"/>
              <a:cs typeface="Times New Roman" pitchFamily="18" charset="0"/>
            </a:endParaRPr>
          </a:p>
          <a:p>
            <a:pPr marL="457200" indent="-457200" algn="just">
              <a:buFont typeface="Wingdings" pitchFamily="2" charset="2"/>
              <a:buChar char="Ø"/>
            </a:pPr>
            <a:endParaRPr lang="en-US" sz="2800" dirty="0">
              <a:latin typeface="Cambria" panose="02040503050406030204" pitchFamily="18" charset="0"/>
              <a:cs typeface="Times New Roman" pitchFamily="18" charset="0"/>
            </a:endParaRPr>
          </a:p>
          <a:p>
            <a:pPr marL="457200" indent="-457200" algn="just">
              <a:buFont typeface="Wingdings" pitchFamily="2" charset="2"/>
              <a:buChar char="Ø"/>
            </a:pPr>
            <a:endParaRPr lang="en-US" sz="2800" dirty="0">
              <a:latin typeface="Cambria" panose="02040503050406030204" pitchFamily="18" charset="0"/>
              <a:cs typeface="Times New Roman" pitchFamily="18" charset="0"/>
            </a:endParaRPr>
          </a:p>
          <a:p>
            <a:pPr marL="457200" indent="-457200" algn="just">
              <a:buFont typeface="Wingdings" pitchFamily="2" charset="2"/>
              <a:buChar char="Ø"/>
            </a:pPr>
            <a:endParaRPr lang="en-US" sz="2800" dirty="0">
              <a:latin typeface="Cambria" panose="02040503050406030204" pitchFamily="18" charset="0"/>
              <a:cs typeface="Times New Roman" pitchFamily="18" charset="0"/>
            </a:endParaRPr>
          </a:p>
          <a:p>
            <a:pPr marL="457200" indent="-457200" algn="just">
              <a:buFont typeface="Wingdings" pitchFamily="2" charset="2"/>
              <a:buChar char="Ø"/>
            </a:pPr>
            <a:endParaRPr lang="en-US" sz="2800" dirty="0">
              <a:latin typeface="Cambria" panose="02040503050406030204" pitchFamily="18" charset="0"/>
              <a:cs typeface="Times New Roman" pitchFamily="18" charset="0"/>
            </a:endParaRPr>
          </a:p>
          <a:p>
            <a:pPr marL="457200" indent="-457200" algn="just">
              <a:buFont typeface="Wingdings" pitchFamily="2" charset="2"/>
              <a:buChar char="Ø"/>
            </a:pPr>
            <a:r>
              <a:rPr lang="en-US" sz="2800" dirty="0" err="1">
                <a:latin typeface="Cambria" panose="02040503050406030204" pitchFamily="18" charset="0"/>
                <a:cs typeface="Times New Roman" pitchFamily="18" charset="0"/>
              </a:rPr>
              <a:t>Hàm</a:t>
            </a:r>
            <a:r>
              <a:rPr lang="en-US" sz="2800" dirty="0">
                <a:latin typeface="Cambria" panose="02040503050406030204" pitchFamily="18" charset="0"/>
                <a:cs typeface="Times New Roman" pitchFamily="18" charset="0"/>
              </a:rPr>
              <a:t> PTB1 </a:t>
            </a:r>
            <a:r>
              <a:rPr lang="en-US" sz="2800" dirty="0" err="1">
                <a:latin typeface="Cambria" panose="02040503050406030204" pitchFamily="18" charset="0"/>
                <a:cs typeface="Times New Roman" pitchFamily="18" charset="0"/>
              </a:rPr>
              <a:t>vừa</a:t>
            </a:r>
            <a:r>
              <a:rPr lang="en-US" sz="2800" dirty="0">
                <a:latin typeface="Cambria" panose="02040503050406030204" pitchFamily="18" charset="0"/>
                <a:cs typeface="Times New Roman" pitchFamily="18" charset="0"/>
              </a:rPr>
              <a:t> </a:t>
            </a:r>
            <a:r>
              <a:rPr lang="en-US" sz="2800" dirty="0" err="1">
                <a:latin typeface="Cambria" panose="02040503050406030204" pitchFamily="18" charset="0"/>
                <a:cs typeface="Times New Roman" pitchFamily="18" charset="0"/>
              </a:rPr>
              <a:t>có</a:t>
            </a:r>
            <a:r>
              <a:rPr lang="en-US" sz="2800" dirty="0">
                <a:latin typeface="Cambria" panose="02040503050406030204" pitchFamily="18" charset="0"/>
                <a:cs typeface="Times New Roman" pitchFamily="18" charset="0"/>
              </a:rPr>
              <a:t> </a:t>
            </a:r>
            <a:r>
              <a:rPr lang="en-US" sz="2800" dirty="0" err="1">
                <a:latin typeface="Cambria" panose="02040503050406030204" pitchFamily="18" charset="0"/>
                <a:cs typeface="Times New Roman" pitchFamily="18" charset="0"/>
              </a:rPr>
              <a:t>đối</a:t>
            </a:r>
            <a:r>
              <a:rPr lang="en-US" sz="2800" dirty="0">
                <a:latin typeface="Cambria" panose="02040503050406030204" pitchFamily="18" charset="0"/>
                <a:cs typeface="Times New Roman" pitchFamily="18" charset="0"/>
              </a:rPr>
              <a:t> </a:t>
            </a:r>
            <a:r>
              <a:rPr lang="en-US" sz="2800" dirty="0" err="1">
                <a:latin typeface="Cambria" panose="02040503050406030204" pitchFamily="18" charset="0"/>
                <a:cs typeface="Times New Roman" pitchFamily="18" charset="0"/>
              </a:rPr>
              <a:t>số</a:t>
            </a:r>
            <a:r>
              <a:rPr lang="en-US" sz="2800" dirty="0">
                <a:latin typeface="Cambria" panose="02040503050406030204" pitchFamily="18" charset="0"/>
                <a:cs typeface="Times New Roman" pitchFamily="18" charset="0"/>
              </a:rPr>
              <a:t> </a:t>
            </a:r>
            <a:r>
              <a:rPr lang="en-US" sz="2800" dirty="0" err="1">
                <a:latin typeface="Cambria" panose="02040503050406030204" pitchFamily="18" charset="0"/>
                <a:cs typeface="Times New Roman" pitchFamily="18" charset="0"/>
              </a:rPr>
              <a:t>vừa</a:t>
            </a:r>
            <a:r>
              <a:rPr lang="en-US" sz="2800" dirty="0">
                <a:latin typeface="Cambria" panose="02040503050406030204" pitchFamily="18" charset="0"/>
                <a:cs typeface="Times New Roman" pitchFamily="18" charset="0"/>
              </a:rPr>
              <a:t> </a:t>
            </a:r>
            <a:r>
              <a:rPr lang="en-US" sz="2800" dirty="0" err="1">
                <a:latin typeface="Cambria" panose="02040503050406030204" pitchFamily="18" charset="0"/>
                <a:cs typeface="Times New Roman" pitchFamily="18" charset="0"/>
              </a:rPr>
              <a:t>có</a:t>
            </a:r>
            <a:r>
              <a:rPr lang="en-US" sz="2800" dirty="0">
                <a:latin typeface="Cambria" panose="02040503050406030204" pitchFamily="18" charset="0"/>
                <a:cs typeface="Times New Roman" pitchFamily="18" charset="0"/>
              </a:rPr>
              <a:t> </a:t>
            </a:r>
            <a:r>
              <a:rPr lang="en-US" sz="2800" dirty="0" err="1">
                <a:latin typeface="Cambria" panose="02040503050406030204" pitchFamily="18" charset="0"/>
                <a:cs typeface="Times New Roman" pitchFamily="18" charset="0"/>
              </a:rPr>
              <a:t>kết</a:t>
            </a:r>
            <a:r>
              <a:rPr lang="en-US" sz="2800" dirty="0">
                <a:latin typeface="Cambria" panose="02040503050406030204" pitchFamily="18" charset="0"/>
                <a:cs typeface="Times New Roman" pitchFamily="18" charset="0"/>
              </a:rPr>
              <a:t> </a:t>
            </a:r>
            <a:r>
              <a:rPr lang="en-US" sz="2800" dirty="0" err="1">
                <a:latin typeface="Cambria" panose="02040503050406030204" pitchFamily="18" charset="0"/>
                <a:cs typeface="Times New Roman" pitchFamily="18" charset="0"/>
              </a:rPr>
              <a:t>quả</a:t>
            </a:r>
            <a:r>
              <a:rPr lang="en-US" sz="2800" dirty="0">
                <a:latin typeface="Cambria" panose="02040503050406030204" pitchFamily="18" charset="0"/>
                <a:cs typeface="Times New Roman" pitchFamily="18" charset="0"/>
              </a:rPr>
              <a:t> </a:t>
            </a:r>
            <a:r>
              <a:rPr lang="en-US" sz="2800" dirty="0" err="1">
                <a:latin typeface="Cambria" panose="02040503050406030204" pitchFamily="18" charset="0"/>
                <a:cs typeface="Times New Roman" pitchFamily="18" charset="0"/>
              </a:rPr>
              <a:t>trả</a:t>
            </a:r>
            <a:r>
              <a:rPr lang="en-US" sz="2800" dirty="0">
                <a:latin typeface="Cambria" panose="02040503050406030204" pitchFamily="18" charset="0"/>
                <a:cs typeface="Times New Roman" pitchFamily="18" charset="0"/>
              </a:rPr>
              <a:t> </a:t>
            </a:r>
            <a:r>
              <a:rPr lang="en-US" sz="2800" dirty="0" err="1">
                <a:latin typeface="Cambria" panose="02040503050406030204" pitchFamily="18" charset="0"/>
                <a:cs typeface="Times New Roman" pitchFamily="18" charset="0"/>
              </a:rPr>
              <a:t>về</a:t>
            </a:r>
            <a:r>
              <a:rPr lang="en-US" sz="2800" dirty="0">
                <a:latin typeface="Cambria" panose="02040503050406030204" pitchFamily="18" charset="0"/>
                <a:cs typeface="Times New Roman" pitchFamily="18" charset="0"/>
              </a:rPr>
              <a:t>. Ta </a:t>
            </a:r>
            <a:r>
              <a:rPr lang="en-US" sz="2800" dirty="0" err="1">
                <a:latin typeface="Cambria" panose="02040503050406030204" pitchFamily="18" charset="0"/>
                <a:cs typeface="Times New Roman" pitchFamily="18" charset="0"/>
              </a:rPr>
              <a:t>có</a:t>
            </a:r>
            <a:r>
              <a:rPr lang="en-US" sz="2800" dirty="0">
                <a:latin typeface="Cambria" panose="02040503050406030204" pitchFamily="18" charset="0"/>
                <a:cs typeface="Times New Roman" pitchFamily="18" charset="0"/>
              </a:rPr>
              <a:t> </a:t>
            </a:r>
            <a:r>
              <a:rPr lang="en-US" sz="2800" dirty="0" err="1">
                <a:latin typeface="Cambria" panose="02040503050406030204" pitchFamily="18" charset="0"/>
                <a:cs typeface="Times New Roman" pitchFamily="18" charset="0"/>
              </a:rPr>
              <a:t>thể</a:t>
            </a:r>
            <a:r>
              <a:rPr lang="en-US" sz="2800" dirty="0">
                <a:latin typeface="Cambria" panose="02040503050406030204" pitchFamily="18" charset="0"/>
                <a:cs typeface="Times New Roman" pitchFamily="18" charset="0"/>
              </a:rPr>
              <a:t> </a:t>
            </a:r>
            <a:r>
              <a:rPr lang="en-US" sz="2800" dirty="0" err="1">
                <a:latin typeface="Cambria" panose="02040503050406030204" pitchFamily="18" charset="0"/>
                <a:cs typeface="Times New Roman" pitchFamily="18" charset="0"/>
              </a:rPr>
              <a:t>gọi</a:t>
            </a:r>
            <a:r>
              <a:rPr lang="en-US" sz="2800" dirty="0">
                <a:latin typeface="Cambria" panose="02040503050406030204" pitchFamily="18" charset="0"/>
                <a:cs typeface="Times New Roman" pitchFamily="18" charset="0"/>
              </a:rPr>
              <a:t> </a:t>
            </a:r>
            <a:r>
              <a:rPr lang="en-US" sz="2800" dirty="0" err="1">
                <a:latin typeface="Cambria" panose="02040503050406030204" pitchFamily="18" charset="0"/>
                <a:cs typeface="Times New Roman" pitchFamily="18" charset="0"/>
              </a:rPr>
              <a:t>nh</a:t>
            </a:r>
            <a:r>
              <a:rPr lang="vi-VN" sz="2800" dirty="0">
                <a:latin typeface="Cambria" panose="02040503050406030204" pitchFamily="18" charset="0"/>
                <a:cs typeface="Times New Roman" pitchFamily="18" charset="0"/>
              </a:rPr>
              <a:t>ư</a:t>
            </a:r>
            <a:r>
              <a:rPr lang="en-US" sz="2800" dirty="0">
                <a:latin typeface="Cambria" panose="02040503050406030204" pitchFamily="18" charset="0"/>
                <a:cs typeface="Times New Roman" pitchFamily="18" charset="0"/>
              </a:rPr>
              <a:t> </a:t>
            </a:r>
            <a:r>
              <a:rPr lang="en-US" sz="2800" dirty="0" err="1">
                <a:latin typeface="Cambria" panose="02040503050406030204" pitchFamily="18" charset="0"/>
                <a:cs typeface="Times New Roman" pitchFamily="18" charset="0"/>
              </a:rPr>
              <a:t>sau</a:t>
            </a:r>
            <a:r>
              <a:rPr lang="en-US" sz="2800" dirty="0">
                <a:latin typeface="Cambria" panose="02040503050406030204" pitchFamily="18" charset="0"/>
                <a:cs typeface="Times New Roman" pitchFamily="18" charset="0"/>
              </a:rPr>
              <a:t>:</a:t>
            </a:r>
          </a:p>
          <a:p>
            <a:pPr marL="0" indent="0" algn="just">
              <a:buNone/>
            </a:pPr>
            <a:r>
              <a:rPr lang="en-US" sz="2800" dirty="0">
                <a:latin typeface="Cambria" panose="02040503050406030204" pitchFamily="18" charset="0"/>
                <a:cs typeface="Times New Roman" pitchFamily="18" charset="0"/>
              </a:rPr>
              <a:t>	</a:t>
            </a:r>
            <a:r>
              <a:rPr lang="en-US" sz="2800" dirty="0" err="1">
                <a:latin typeface="Cambria" panose="02040503050406030204" pitchFamily="18" charset="0"/>
                <a:cs typeface="Times New Roman" pitchFamily="18" charset="0"/>
              </a:rPr>
              <a:t>kq</a:t>
            </a:r>
            <a:r>
              <a:rPr lang="en-US" sz="2800" dirty="0">
                <a:latin typeface="Cambria" panose="02040503050406030204" pitchFamily="18" charset="0"/>
                <a:cs typeface="Times New Roman" pitchFamily="18" charset="0"/>
              </a:rPr>
              <a:t>=</a:t>
            </a:r>
            <a:r>
              <a:rPr lang="en-US" sz="2800" dirty="0">
                <a:solidFill>
                  <a:schemeClr val="tx2"/>
                </a:solidFill>
                <a:latin typeface="Cambria" panose="02040503050406030204" pitchFamily="18" charset="0"/>
                <a:cs typeface="Times New Roman" pitchFamily="18" charset="0"/>
              </a:rPr>
              <a:t>PTB1</a:t>
            </a:r>
            <a:r>
              <a:rPr lang="en-US" sz="2800" dirty="0">
                <a:latin typeface="Cambria" panose="02040503050406030204" pitchFamily="18" charset="0"/>
                <a:cs typeface="Times New Roman" pitchFamily="18" charset="0"/>
              </a:rPr>
              <a:t>(5,8)</a:t>
            </a:r>
            <a:endParaRPr lang="en-US" sz="2800" dirty="0">
              <a:latin typeface="Times New Roman" panose="02020603050405020304" pitchFamily="18" charset="0"/>
              <a:cs typeface="Times New Roman" panose="02020603050405020304" pitchFamily="18" charset="0"/>
            </a:endParaRPr>
          </a:p>
          <a:p>
            <a:pPr marL="0" indent="0" algn="just">
              <a:buNone/>
            </a:pPr>
            <a:r>
              <a:rPr lang="en-US" sz="2800" dirty="0">
                <a:latin typeface="Times New Roman" panose="02020603050405020304" pitchFamily="18" charset="0"/>
                <a:cs typeface="Times New Roman" panose="02020603050405020304" pitchFamily="18" charset="0"/>
              </a:rPr>
              <a:t>	</a:t>
            </a:r>
            <a:r>
              <a:rPr lang="en-US" sz="2800" dirty="0">
                <a:solidFill>
                  <a:schemeClr val="tx2"/>
                </a:solidFill>
                <a:latin typeface="Times New Roman" panose="02020603050405020304" pitchFamily="18" charset="0"/>
                <a:cs typeface="Times New Roman" panose="02020603050405020304" pitchFamily="18" charset="0"/>
              </a:rPr>
              <a:t>print</a:t>
            </a:r>
            <a:r>
              <a:rPr lang="en-US" sz="2800" dirty="0">
                <a:latin typeface="Times New Roman" panose="02020603050405020304" pitchFamily="18" charset="0"/>
                <a:cs typeface="Times New Roman" panose="02020603050405020304" pitchFamily="18" charset="0"/>
              </a:rPr>
              <a:t>(</a:t>
            </a:r>
            <a:r>
              <a:rPr lang="en-US" sz="2800" dirty="0" err="1">
                <a:latin typeface="Times New Roman" panose="02020603050405020304" pitchFamily="18" charset="0"/>
                <a:cs typeface="Times New Roman" panose="02020603050405020304" pitchFamily="18" charset="0"/>
              </a:rPr>
              <a:t>kq</a:t>
            </a:r>
            <a:r>
              <a:rPr lang="en-US" sz="2800" dirty="0">
                <a:latin typeface="Times New Roman" panose="02020603050405020304" pitchFamily="18" charset="0"/>
                <a:cs typeface="Times New Roman" panose="02020603050405020304" pitchFamily="18" charset="0"/>
              </a:rPr>
              <a:t>)</a:t>
            </a:r>
          </a:p>
        </p:txBody>
      </p:sp>
      <p:sp>
        <p:nvSpPr>
          <p:cNvPr id="6148" name="Slide Number Placeholder 3">
            <a:extLst>
              <a:ext uri="{FF2B5EF4-FFF2-40B4-BE49-F238E27FC236}">
                <a16:creationId xmlns:a16="http://schemas.microsoft.com/office/drawing/2014/main" id="{6387F6B7-3E78-4DC2-ACF4-7A9010C88B16}"/>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E46C0A"/>
              </a:buClr>
              <a:buFont typeface="Wingdings" panose="05000000000000000000" pitchFamily="2" charset="2"/>
              <a:buChar char="v"/>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742950" indent="-285750">
              <a:spcBef>
                <a:spcPct val="20000"/>
              </a:spcBef>
              <a:buClr>
                <a:srgbClr val="E46C0A"/>
              </a:buClr>
              <a:buFont typeface="Wingdings" panose="05000000000000000000" pitchFamily="2" charset="2"/>
              <a:buChar char="q"/>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marL="1143000" indent="-228600">
              <a:spcBef>
                <a:spcPct val="20000"/>
              </a:spcBef>
              <a:buClr>
                <a:srgbClr val="E46C0A"/>
              </a:buClr>
              <a:buFont typeface="Wingdings" panose="05000000000000000000" pitchFamily="2" charset="2"/>
              <a:buChar char="Ø"/>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3pPr>
            <a:lvl4pPr marL="1600200" indent="-228600">
              <a:spcBef>
                <a:spcPct val="20000"/>
              </a:spcBef>
              <a:buClr>
                <a:srgbClr val="E46C0A"/>
              </a:buClr>
              <a:buFont typeface="Courier New" panose="02070309020205020404" pitchFamily="49" charset="0"/>
              <a:buChar char="o"/>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4pPr>
            <a:lvl5pPr marL="2057400" indent="-228600">
              <a:spcBef>
                <a:spcPct val="20000"/>
              </a:spcBef>
              <a:buFont typeface="Arial" panose="020B0604020202020204" pitchFamily="34" charset="0"/>
              <a:buChar char="»"/>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9pPr>
          </a:lstStyle>
          <a:p>
            <a:pPr>
              <a:spcBef>
                <a:spcPct val="0"/>
              </a:spcBef>
              <a:buClrTx/>
              <a:buFontTx/>
              <a:buNone/>
            </a:pPr>
            <a:fld id="{E4B56E55-BAAA-4880-94A1-7A8094250C64}" type="slidenum">
              <a:rPr lang="en-US" altLang="en-US" sz="1400" smtClean="0">
                <a:solidFill>
                  <a:srgbClr val="002060"/>
                </a:solidFill>
                <a:latin typeface="Arial" panose="020B0604020202020204" pitchFamily="34" charset="0"/>
                <a:cs typeface="Arial" panose="020B0604020202020204" pitchFamily="34" charset="0"/>
              </a:rPr>
              <a:pPr>
                <a:spcBef>
                  <a:spcPct val="0"/>
                </a:spcBef>
                <a:buClrTx/>
                <a:buFontTx/>
                <a:buNone/>
              </a:pPr>
              <a:t>21</a:t>
            </a:fld>
            <a:endParaRPr lang="en-US" altLang="en-US" sz="1400">
              <a:solidFill>
                <a:srgbClr val="002060"/>
              </a:solidFill>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F3C422ED-112D-4662-9715-3244AF38EAFB}"/>
              </a:ext>
            </a:extLst>
          </p:cNvPr>
          <p:cNvPicPr>
            <a:picLocks noChangeAspect="1"/>
          </p:cNvPicPr>
          <p:nvPr/>
        </p:nvPicPr>
        <p:blipFill>
          <a:blip r:embed="rId2"/>
          <a:stretch>
            <a:fillRect/>
          </a:stretch>
        </p:blipFill>
        <p:spPr>
          <a:xfrm>
            <a:off x="2047875" y="2066925"/>
            <a:ext cx="6181725" cy="2200275"/>
          </a:xfrm>
          <a:prstGeom prst="rect">
            <a:avLst/>
          </a:prstGeom>
        </p:spPr>
      </p:pic>
    </p:spTree>
    <p:extLst>
      <p:ext uri="{BB962C8B-B14F-4D97-AF65-F5344CB8AC3E}">
        <p14:creationId xmlns:p14="http://schemas.microsoft.com/office/powerpoint/2010/main" val="393274934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AD2704CE-C6D1-41A0-8FEA-203853D2A9FD}"/>
              </a:ext>
            </a:extLst>
          </p:cNvPr>
          <p:cNvSpPr>
            <a:spLocks noGrp="1"/>
          </p:cNvSpPr>
          <p:nvPr>
            <p:ph type="title"/>
          </p:nvPr>
        </p:nvSpPr>
        <p:spPr>
          <a:xfrm>
            <a:off x="152401" y="0"/>
            <a:ext cx="9028112" cy="914400"/>
          </a:xfrm>
        </p:spPr>
        <p:txBody>
          <a:bodyPr/>
          <a:lstStyle/>
          <a:p>
            <a:pPr algn="l">
              <a:lnSpc>
                <a:spcPct val="150000"/>
              </a:lnSpc>
              <a:spcBef>
                <a:spcPts val="1000"/>
              </a:spcBef>
              <a:buClr>
                <a:srgbClr val="215D9F"/>
              </a:buClr>
            </a:pPr>
            <a:r>
              <a:rPr lang="en-US" sz="3200">
                <a:solidFill>
                  <a:srgbClr val="0070C0"/>
                </a:solidFill>
              </a:rPr>
              <a:t>3. Định nghĩa Hàm</a:t>
            </a:r>
          </a:p>
        </p:txBody>
      </p:sp>
      <p:sp>
        <p:nvSpPr>
          <p:cNvPr id="6147" name="Content Placeholder 2">
            <a:extLst>
              <a:ext uri="{FF2B5EF4-FFF2-40B4-BE49-F238E27FC236}">
                <a16:creationId xmlns:a16="http://schemas.microsoft.com/office/drawing/2014/main" id="{B389CA34-20DF-451F-B09F-9A7C082A79F9}"/>
              </a:ext>
            </a:extLst>
          </p:cNvPr>
          <p:cNvSpPr>
            <a:spLocks noGrp="1"/>
          </p:cNvSpPr>
          <p:nvPr>
            <p:ph idx="1"/>
          </p:nvPr>
        </p:nvSpPr>
        <p:spPr>
          <a:xfrm>
            <a:off x="303212" y="1142999"/>
            <a:ext cx="8534401" cy="5610225"/>
          </a:xfrm>
        </p:spPr>
        <p:txBody>
          <a:bodyPr/>
          <a:lstStyle/>
          <a:p>
            <a:pPr marL="457200" indent="-457200" algn="just">
              <a:buFont typeface="Wingdings" pitchFamily="2" charset="2"/>
              <a:buChar char="Ø"/>
            </a:pPr>
            <a:r>
              <a:rPr lang="en-US" sz="2800" dirty="0" err="1">
                <a:latin typeface="Cambria" panose="02040503050406030204" pitchFamily="18" charset="0"/>
                <a:cs typeface="Times New Roman" pitchFamily="18" charset="0"/>
              </a:rPr>
              <a:t>Xét</a:t>
            </a:r>
            <a:r>
              <a:rPr lang="en-US" sz="2800" dirty="0">
                <a:latin typeface="Cambria" panose="02040503050406030204" pitchFamily="18" charset="0"/>
                <a:cs typeface="Times New Roman" pitchFamily="18" charset="0"/>
              </a:rPr>
              <a:t> </a:t>
            </a:r>
            <a:r>
              <a:rPr lang="en-US" sz="2800" dirty="0" err="1">
                <a:latin typeface="Cambria" panose="02040503050406030204" pitchFamily="18" charset="0"/>
                <a:cs typeface="Times New Roman" pitchFamily="18" charset="0"/>
              </a:rPr>
              <a:t>hàm</a:t>
            </a:r>
            <a:r>
              <a:rPr lang="en-US" sz="2800" dirty="0">
                <a:latin typeface="Cambria" panose="02040503050406030204" pitchFamily="18" charset="0"/>
                <a:cs typeface="Times New Roman" pitchFamily="18" charset="0"/>
              </a:rPr>
              <a:t> </a:t>
            </a:r>
            <a:r>
              <a:rPr lang="en-US" sz="2800" dirty="0" err="1">
                <a:latin typeface="Cambria" panose="02040503050406030204" pitchFamily="18" charset="0"/>
                <a:cs typeface="Times New Roman" pitchFamily="18" charset="0"/>
              </a:rPr>
              <a:t>xuất</a:t>
            </a:r>
            <a:r>
              <a:rPr lang="en-US" sz="2800" dirty="0">
                <a:latin typeface="Cambria" panose="02040503050406030204" pitchFamily="18" charset="0"/>
                <a:cs typeface="Times New Roman" pitchFamily="18" charset="0"/>
              </a:rPr>
              <a:t> </a:t>
            </a:r>
            <a:r>
              <a:rPr lang="en-US" sz="2800" dirty="0" err="1">
                <a:latin typeface="Cambria" panose="02040503050406030204" pitchFamily="18" charset="0"/>
                <a:cs typeface="Times New Roman" pitchFamily="18" charset="0"/>
              </a:rPr>
              <a:t>dữ</a:t>
            </a:r>
            <a:r>
              <a:rPr lang="en-US" sz="2800" dirty="0">
                <a:latin typeface="Cambria" panose="02040503050406030204" pitchFamily="18" charset="0"/>
                <a:cs typeface="Times New Roman" pitchFamily="18" charset="0"/>
              </a:rPr>
              <a:t> </a:t>
            </a:r>
            <a:r>
              <a:rPr lang="en-US" sz="2800" dirty="0" err="1">
                <a:latin typeface="Cambria" panose="02040503050406030204" pitchFamily="18" charset="0"/>
                <a:cs typeface="Times New Roman" pitchFamily="18" charset="0"/>
              </a:rPr>
              <a:t>liệu</a:t>
            </a:r>
            <a:r>
              <a:rPr lang="en-US" sz="2800" dirty="0">
                <a:latin typeface="Cambria" panose="02040503050406030204" pitchFamily="18" charset="0"/>
                <a:cs typeface="Times New Roman" pitchFamily="18" charset="0"/>
              </a:rPr>
              <a:t>, </a:t>
            </a:r>
            <a:r>
              <a:rPr lang="en-US" sz="2800" dirty="0" err="1">
                <a:latin typeface="Cambria" panose="02040503050406030204" pitchFamily="18" charset="0"/>
                <a:cs typeface="Times New Roman" pitchFamily="18" charset="0"/>
              </a:rPr>
              <a:t>hàm</a:t>
            </a:r>
            <a:r>
              <a:rPr lang="en-US" sz="2800" dirty="0">
                <a:latin typeface="Cambria" panose="02040503050406030204" pitchFamily="18" charset="0"/>
                <a:cs typeface="Times New Roman" pitchFamily="18" charset="0"/>
              </a:rPr>
              <a:t> </a:t>
            </a:r>
            <a:r>
              <a:rPr lang="en-US" sz="2800" dirty="0" err="1">
                <a:latin typeface="Cambria" panose="02040503050406030204" pitchFamily="18" charset="0"/>
                <a:cs typeface="Times New Roman" pitchFamily="18" charset="0"/>
              </a:rPr>
              <a:t>không</a:t>
            </a:r>
            <a:r>
              <a:rPr lang="en-US" sz="2800" dirty="0">
                <a:latin typeface="Cambria" panose="02040503050406030204" pitchFamily="18" charset="0"/>
                <a:cs typeface="Times New Roman" pitchFamily="18" charset="0"/>
              </a:rPr>
              <a:t> </a:t>
            </a:r>
            <a:r>
              <a:rPr lang="en-US" sz="2800" dirty="0" err="1">
                <a:latin typeface="Cambria" panose="02040503050406030204" pitchFamily="18" charset="0"/>
                <a:cs typeface="Times New Roman" pitchFamily="18" charset="0"/>
              </a:rPr>
              <a:t>trả</a:t>
            </a:r>
            <a:r>
              <a:rPr lang="en-US" sz="2800" dirty="0">
                <a:latin typeface="Cambria" panose="02040503050406030204" pitchFamily="18" charset="0"/>
                <a:cs typeface="Times New Roman" pitchFamily="18" charset="0"/>
              </a:rPr>
              <a:t> </a:t>
            </a:r>
            <a:r>
              <a:rPr lang="en-US" sz="2800" dirty="0" err="1">
                <a:latin typeface="Cambria" panose="02040503050406030204" pitchFamily="18" charset="0"/>
                <a:cs typeface="Times New Roman" pitchFamily="18" charset="0"/>
              </a:rPr>
              <a:t>về</a:t>
            </a:r>
            <a:r>
              <a:rPr lang="en-US" sz="2800" dirty="0">
                <a:latin typeface="Cambria" panose="02040503050406030204" pitchFamily="18" charset="0"/>
                <a:cs typeface="Times New Roman" pitchFamily="18" charset="0"/>
              </a:rPr>
              <a:t> </a:t>
            </a:r>
            <a:r>
              <a:rPr lang="en-US" sz="2800" dirty="0" err="1">
                <a:latin typeface="Cambria" panose="02040503050406030204" pitchFamily="18" charset="0"/>
                <a:cs typeface="Times New Roman" pitchFamily="18" charset="0"/>
              </a:rPr>
              <a:t>dữ</a:t>
            </a:r>
            <a:r>
              <a:rPr lang="en-US" sz="2800" dirty="0">
                <a:latin typeface="Cambria" panose="02040503050406030204" pitchFamily="18" charset="0"/>
                <a:cs typeface="Times New Roman" pitchFamily="18" charset="0"/>
              </a:rPr>
              <a:t> </a:t>
            </a:r>
            <a:r>
              <a:rPr lang="en-US" sz="2800" dirty="0" err="1">
                <a:latin typeface="Cambria" panose="02040503050406030204" pitchFamily="18" charset="0"/>
                <a:cs typeface="Times New Roman" pitchFamily="18" charset="0"/>
              </a:rPr>
              <a:t>liệu</a:t>
            </a:r>
            <a:r>
              <a:rPr lang="en-US" sz="2800" dirty="0">
                <a:latin typeface="Cambria" panose="02040503050406030204" pitchFamily="18" charset="0"/>
                <a:cs typeface="Times New Roman" pitchFamily="18" charset="0"/>
              </a:rPr>
              <a:t> </a:t>
            </a:r>
          </a:p>
          <a:p>
            <a:pPr marL="457200" indent="-457200" algn="just">
              <a:buFont typeface="Wingdings" pitchFamily="2" charset="2"/>
              <a:buChar char="Ø"/>
            </a:pPr>
            <a:endParaRPr lang="en-US" sz="2800" dirty="0">
              <a:latin typeface="Cambria" panose="02040503050406030204" pitchFamily="18" charset="0"/>
              <a:cs typeface="Times New Roman" pitchFamily="18" charset="0"/>
            </a:endParaRPr>
          </a:p>
          <a:p>
            <a:pPr marL="457200" indent="-457200" algn="just">
              <a:buFont typeface="Wingdings" pitchFamily="2" charset="2"/>
              <a:buChar char="Ø"/>
            </a:pPr>
            <a:endParaRPr lang="en-US" sz="2800" dirty="0">
              <a:latin typeface="Cambria" panose="02040503050406030204" pitchFamily="18" charset="0"/>
              <a:cs typeface="Times New Roman" pitchFamily="18" charset="0"/>
            </a:endParaRPr>
          </a:p>
          <a:p>
            <a:pPr marL="457200" indent="-457200" algn="just">
              <a:buFont typeface="Wingdings" pitchFamily="2" charset="2"/>
              <a:buChar char="Ø"/>
            </a:pPr>
            <a:endParaRPr lang="en-US" sz="2800" dirty="0">
              <a:latin typeface="Cambria" panose="02040503050406030204" pitchFamily="18" charset="0"/>
              <a:cs typeface="Times New Roman" pitchFamily="18" charset="0"/>
            </a:endParaRPr>
          </a:p>
          <a:p>
            <a:pPr marL="457200" indent="-457200" algn="just">
              <a:buFont typeface="Wingdings" pitchFamily="2" charset="2"/>
              <a:buChar char="Ø"/>
            </a:pPr>
            <a:endParaRPr lang="en-US" sz="2800" dirty="0">
              <a:latin typeface="Cambria" panose="02040503050406030204" pitchFamily="18" charset="0"/>
              <a:cs typeface="Times New Roman" pitchFamily="18" charset="0"/>
            </a:endParaRPr>
          </a:p>
          <a:p>
            <a:pPr marL="457200" indent="-457200" algn="just">
              <a:buFont typeface="Wingdings" pitchFamily="2" charset="2"/>
              <a:buChar char="Ø"/>
            </a:pPr>
            <a:endParaRPr lang="en-US" sz="2800" dirty="0">
              <a:latin typeface="Cambria" panose="02040503050406030204" pitchFamily="18" charset="0"/>
              <a:cs typeface="Times New Roman" pitchFamily="18" charset="0"/>
            </a:endParaRPr>
          </a:p>
          <a:p>
            <a:pPr marL="457200" indent="-457200" algn="just">
              <a:buFont typeface="Wingdings" pitchFamily="2" charset="2"/>
              <a:buChar char="Ø"/>
            </a:pPr>
            <a:r>
              <a:rPr lang="en-US" sz="2800" dirty="0" err="1">
                <a:latin typeface="Cambria" panose="02040503050406030204" pitchFamily="18" charset="0"/>
                <a:cs typeface="Times New Roman" pitchFamily="18" charset="0"/>
              </a:rPr>
              <a:t>Gọi</a:t>
            </a:r>
            <a:r>
              <a:rPr lang="en-US" sz="2800" dirty="0">
                <a:latin typeface="Cambria" panose="02040503050406030204" pitchFamily="18" charset="0"/>
                <a:cs typeface="Times New Roman" pitchFamily="18" charset="0"/>
              </a:rPr>
              <a:t> </a:t>
            </a:r>
            <a:r>
              <a:rPr lang="en-US" sz="2800" dirty="0" err="1">
                <a:latin typeface="Cambria" panose="02040503050406030204" pitchFamily="18" charset="0"/>
                <a:cs typeface="Times New Roman" pitchFamily="18" charset="0"/>
              </a:rPr>
              <a:t>và</a:t>
            </a:r>
            <a:r>
              <a:rPr lang="en-US" sz="2800" dirty="0">
                <a:latin typeface="Cambria" panose="02040503050406030204" pitchFamily="18" charset="0"/>
                <a:cs typeface="Times New Roman" pitchFamily="18" charset="0"/>
              </a:rPr>
              <a:t> </a:t>
            </a:r>
            <a:r>
              <a:rPr lang="en-US" sz="2800" dirty="0" err="1">
                <a:latin typeface="Cambria" panose="02040503050406030204" pitchFamily="18" charset="0"/>
                <a:cs typeface="Times New Roman" pitchFamily="18" charset="0"/>
              </a:rPr>
              <a:t>sử</a:t>
            </a:r>
            <a:r>
              <a:rPr lang="en-US" sz="2800" dirty="0">
                <a:latin typeface="Cambria" panose="02040503050406030204" pitchFamily="18" charset="0"/>
                <a:cs typeface="Times New Roman" pitchFamily="18" charset="0"/>
              </a:rPr>
              <a:t> </a:t>
            </a:r>
            <a:r>
              <a:rPr lang="en-US" sz="2800" dirty="0" err="1">
                <a:latin typeface="Cambria" panose="02040503050406030204" pitchFamily="18" charset="0"/>
                <a:cs typeface="Times New Roman" pitchFamily="18" charset="0"/>
              </a:rPr>
              <a:t>dụng</a:t>
            </a:r>
            <a:r>
              <a:rPr lang="en-US" sz="2800" dirty="0">
                <a:latin typeface="Cambria" panose="02040503050406030204" pitchFamily="18" charset="0"/>
                <a:cs typeface="Times New Roman" pitchFamily="18" charset="0"/>
              </a:rPr>
              <a:t> </a:t>
            </a:r>
            <a:r>
              <a:rPr lang="en-US" sz="2800" dirty="0" err="1">
                <a:latin typeface="Cambria" panose="02040503050406030204" pitchFamily="18" charset="0"/>
                <a:cs typeface="Times New Roman" pitchFamily="18" charset="0"/>
              </a:rPr>
              <a:t>hàm</a:t>
            </a:r>
            <a:r>
              <a:rPr lang="en-US" sz="2800" dirty="0">
                <a:latin typeface="Cambria" panose="02040503050406030204" pitchFamily="18" charset="0"/>
                <a:cs typeface="Times New Roman" pitchFamily="18" charset="0"/>
              </a:rPr>
              <a:t> </a:t>
            </a:r>
            <a:r>
              <a:rPr lang="en-US" sz="2800" dirty="0" err="1">
                <a:latin typeface="Cambria" panose="02040503050406030204" pitchFamily="18" charset="0"/>
                <a:cs typeface="Times New Roman" pitchFamily="18" charset="0"/>
              </a:rPr>
              <a:t>XuatDuLieu</a:t>
            </a:r>
            <a:r>
              <a:rPr lang="en-US" sz="2800" dirty="0">
                <a:latin typeface="Cambria" panose="02040503050406030204" pitchFamily="18" charset="0"/>
                <a:cs typeface="Times New Roman" pitchFamily="18" charset="0"/>
              </a:rPr>
              <a:t>(…). </a:t>
            </a:r>
            <a:r>
              <a:rPr lang="en-US" sz="2800" dirty="0" err="1">
                <a:latin typeface="Cambria" panose="02040503050406030204" pitchFamily="18" charset="0"/>
                <a:cs typeface="Times New Roman" pitchFamily="18" charset="0"/>
              </a:rPr>
              <a:t>Hàm</a:t>
            </a:r>
            <a:r>
              <a:rPr lang="en-US" sz="2800" dirty="0">
                <a:latin typeface="Cambria" panose="02040503050406030204" pitchFamily="18" charset="0"/>
                <a:cs typeface="Times New Roman" pitchFamily="18" charset="0"/>
              </a:rPr>
              <a:t> </a:t>
            </a:r>
            <a:r>
              <a:rPr lang="en-US" sz="2800" dirty="0" err="1">
                <a:latin typeface="Cambria" panose="02040503050406030204" pitchFamily="18" charset="0"/>
                <a:cs typeface="Times New Roman" pitchFamily="18" charset="0"/>
              </a:rPr>
              <a:t>có</a:t>
            </a:r>
            <a:r>
              <a:rPr lang="en-US" sz="2800" dirty="0">
                <a:latin typeface="Cambria" panose="02040503050406030204" pitchFamily="18" charset="0"/>
                <a:cs typeface="Times New Roman" pitchFamily="18" charset="0"/>
              </a:rPr>
              <a:t> </a:t>
            </a:r>
            <a:r>
              <a:rPr lang="en-US" sz="2800" dirty="0" err="1">
                <a:latin typeface="Cambria" panose="02040503050406030204" pitchFamily="18" charset="0"/>
                <a:cs typeface="Times New Roman" pitchFamily="18" charset="0"/>
              </a:rPr>
              <a:t>đối</a:t>
            </a:r>
            <a:r>
              <a:rPr lang="en-US" sz="2800" dirty="0">
                <a:latin typeface="Cambria" panose="02040503050406030204" pitchFamily="18" charset="0"/>
                <a:cs typeface="Times New Roman" pitchFamily="18" charset="0"/>
              </a:rPr>
              <a:t> </a:t>
            </a:r>
            <a:r>
              <a:rPr lang="en-US" sz="2800" dirty="0" err="1">
                <a:latin typeface="Cambria" panose="02040503050406030204" pitchFamily="18" charset="0"/>
                <a:cs typeface="Times New Roman" pitchFamily="18" charset="0"/>
              </a:rPr>
              <a:t>số</a:t>
            </a:r>
            <a:r>
              <a:rPr lang="en-US" sz="2800" dirty="0">
                <a:latin typeface="Cambria" panose="02040503050406030204" pitchFamily="18" charset="0"/>
                <a:cs typeface="Times New Roman" pitchFamily="18" charset="0"/>
              </a:rPr>
              <a:t>. Ta </a:t>
            </a:r>
            <a:r>
              <a:rPr lang="en-US" sz="2800" dirty="0" err="1">
                <a:latin typeface="Cambria" panose="02040503050406030204" pitchFamily="18" charset="0"/>
                <a:cs typeface="Times New Roman" pitchFamily="18" charset="0"/>
              </a:rPr>
              <a:t>có</a:t>
            </a:r>
            <a:r>
              <a:rPr lang="en-US" sz="2800" dirty="0">
                <a:latin typeface="Cambria" panose="02040503050406030204" pitchFamily="18" charset="0"/>
                <a:cs typeface="Times New Roman" pitchFamily="18" charset="0"/>
              </a:rPr>
              <a:t> </a:t>
            </a:r>
            <a:r>
              <a:rPr lang="en-US" sz="2800" dirty="0" err="1">
                <a:latin typeface="Cambria" panose="02040503050406030204" pitchFamily="18" charset="0"/>
                <a:cs typeface="Times New Roman" pitchFamily="18" charset="0"/>
              </a:rPr>
              <a:t>thể</a:t>
            </a:r>
            <a:r>
              <a:rPr lang="en-US" sz="2800" dirty="0">
                <a:latin typeface="Cambria" panose="02040503050406030204" pitchFamily="18" charset="0"/>
                <a:cs typeface="Times New Roman" pitchFamily="18" charset="0"/>
              </a:rPr>
              <a:t> </a:t>
            </a:r>
            <a:r>
              <a:rPr lang="en-US" sz="2800" dirty="0" err="1">
                <a:latin typeface="Cambria" panose="02040503050406030204" pitchFamily="18" charset="0"/>
                <a:cs typeface="Times New Roman" pitchFamily="18" charset="0"/>
              </a:rPr>
              <a:t>gọi</a:t>
            </a:r>
            <a:r>
              <a:rPr lang="en-US" sz="2800" dirty="0">
                <a:latin typeface="Cambria" panose="02040503050406030204" pitchFamily="18" charset="0"/>
                <a:cs typeface="Times New Roman" pitchFamily="18" charset="0"/>
              </a:rPr>
              <a:t>:</a:t>
            </a:r>
          </a:p>
          <a:p>
            <a:pPr marL="0" indent="0" algn="just">
              <a:buNone/>
            </a:pPr>
            <a:r>
              <a:rPr lang="en-US" sz="2800" dirty="0">
                <a:latin typeface="Cambria" panose="02040503050406030204" pitchFamily="18" charset="0"/>
                <a:cs typeface="Times New Roman" pitchFamily="18" charset="0"/>
              </a:rPr>
              <a:t>	</a:t>
            </a:r>
            <a:r>
              <a:rPr lang="en-US" sz="2800" dirty="0">
                <a:solidFill>
                  <a:schemeClr val="tx2"/>
                </a:solidFill>
                <a:latin typeface="Cambria" panose="02040503050406030204" pitchFamily="18" charset="0"/>
                <a:cs typeface="Times New Roman" pitchFamily="18" charset="0"/>
              </a:rPr>
              <a:t> </a:t>
            </a:r>
            <a:r>
              <a:rPr lang="en-US" sz="2800" dirty="0" err="1">
                <a:solidFill>
                  <a:schemeClr val="tx2"/>
                </a:solidFill>
                <a:latin typeface="Cambria" panose="02040503050406030204" pitchFamily="18" charset="0"/>
                <a:cs typeface="Times New Roman" pitchFamily="18" charset="0"/>
              </a:rPr>
              <a:t>XuatDuLieu</a:t>
            </a:r>
            <a:r>
              <a:rPr lang="en-US" sz="2800" dirty="0">
                <a:latin typeface="Cambria" panose="02040503050406030204" pitchFamily="18" charset="0"/>
                <a:cs typeface="Times New Roman" pitchFamily="18" charset="0"/>
              </a:rPr>
              <a:t>(“Hello Python”)</a:t>
            </a:r>
          </a:p>
        </p:txBody>
      </p:sp>
      <p:sp>
        <p:nvSpPr>
          <p:cNvPr id="6148" name="Slide Number Placeholder 3">
            <a:extLst>
              <a:ext uri="{FF2B5EF4-FFF2-40B4-BE49-F238E27FC236}">
                <a16:creationId xmlns:a16="http://schemas.microsoft.com/office/drawing/2014/main" id="{6387F6B7-3E78-4DC2-ACF4-7A9010C88B16}"/>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E46C0A"/>
              </a:buClr>
              <a:buFont typeface="Wingdings" panose="05000000000000000000" pitchFamily="2" charset="2"/>
              <a:buChar char="v"/>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742950" indent="-285750">
              <a:spcBef>
                <a:spcPct val="20000"/>
              </a:spcBef>
              <a:buClr>
                <a:srgbClr val="E46C0A"/>
              </a:buClr>
              <a:buFont typeface="Wingdings" panose="05000000000000000000" pitchFamily="2" charset="2"/>
              <a:buChar char="q"/>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marL="1143000" indent="-228600">
              <a:spcBef>
                <a:spcPct val="20000"/>
              </a:spcBef>
              <a:buClr>
                <a:srgbClr val="E46C0A"/>
              </a:buClr>
              <a:buFont typeface="Wingdings" panose="05000000000000000000" pitchFamily="2" charset="2"/>
              <a:buChar char="Ø"/>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3pPr>
            <a:lvl4pPr marL="1600200" indent="-228600">
              <a:spcBef>
                <a:spcPct val="20000"/>
              </a:spcBef>
              <a:buClr>
                <a:srgbClr val="E46C0A"/>
              </a:buClr>
              <a:buFont typeface="Courier New" panose="02070309020205020404" pitchFamily="49" charset="0"/>
              <a:buChar char="o"/>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4pPr>
            <a:lvl5pPr marL="2057400" indent="-228600">
              <a:spcBef>
                <a:spcPct val="20000"/>
              </a:spcBef>
              <a:buFont typeface="Arial" panose="020B0604020202020204" pitchFamily="34" charset="0"/>
              <a:buChar char="»"/>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9pPr>
          </a:lstStyle>
          <a:p>
            <a:pPr>
              <a:spcBef>
                <a:spcPct val="0"/>
              </a:spcBef>
              <a:buClrTx/>
              <a:buFontTx/>
              <a:buNone/>
            </a:pPr>
            <a:fld id="{E4B56E55-BAAA-4880-94A1-7A8094250C64}" type="slidenum">
              <a:rPr lang="en-US" altLang="en-US" sz="1400" smtClean="0">
                <a:solidFill>
                  <a:srgbClr val="002060"/>
                </a:solidFill>
                <a:latin typeface="Arial" panose="020B0604020202020204" pitchFamily="34" charset="0"/>
                <a:cs typeface="Arial" panose="020B0604020202020204" pitchFamily="34" charset="0"/>
              </a:rPr>
              <a:pPr>
                <a:spcBef>
                  <a:spcPct val="0"/>
                </a:spcBef>
                <a:buClrTx/>
                <a:buFontTx/>
                <a:buNone/>
              </a:pPr>
              <a:t>22</a:t>
            </a:fld>
            <a:endParaRPr lang="en-US" altLang="en-US" sz="1400">
              <a:solidFill>
                <a:srgbClr val="002060"/>
              </a:solidFill>
              <a:latin typeface="Arial" panose="020B0604020202020204" pitchFamily="34" charset="0"/>
              <a:cs typeface="Arial" panose="020B0604020202020204" pitchFamily="34" charset="0"/>
            </a:endParaRPr>
          </a:p>
        </p:txBody>
      </p:sp>
      <p:pic>
        <p:nvPicPr>
          <p:cNvPr id="6" name="Picture 5">
            <a:extLst>
              <a:ext uri="{FF2B5EF4-FFF2-40B4-BE49-F238E27FC236}">
                <a16:creationId xmlns:a16="http://schemas.microsoft.com/office/drawing/2014/main" id="{EC797D22-749A-47CA-8BA6-680017C2337C}"/>
              </a:ext>
            </a:extLst>
          </p:cNvPr>
          <p:cNvPicPr>
            <a:picLocks noChangeAspect="1"/>
          </p:cNvPicPr>
          <p:nvPr/>
        </p:nvPicPr>
        <p:blipFill>
          <a:blip r:embed="rId2"/>
          <a:stretch>
            <a:fillRect/>
          </a:stretch>
        </p:blipFill>
        <p:spPr>
          <a:xfrm>
            <a:off x="1752600" y="1885950"/>
            <a:ext cx="5165124" cy="1085850"/>
          </a:xfrm>
          <a:prstGeom prst="rect">
            <a:avLst/>
          </a:prstGeom>
        </p:spPr>
      </p:pic>
    </p:spTree>
    <p:extLst>
      <p:ext uri="{BB962C8B-B14F-4D97-AF65-F5344CB8AC3E}">
        <p14:creationId xmlns:p14="http://schemas.microsoft.com/office/powerpoint/2010/main" val="202271238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AD2704CE-C6D1-41A0-8FEA-203853D2A9FD}"/>
              </a:ext>
            </a:extLst>
          </p:cNvPr>
          <p:cNvSpPr>
            <a:spLocks noGrp="1"/>
          </p:cNvSpPr>
          <p:nvPr>
            <p:ph type="title"/>
          </p:nvPr>
        </p:nvSpPr>
        <p:spPr>
          <a:xfrm>
            <a:off x="152401" y="0"/>
            <a:ext cx="9028112" cy="914400"/>
          </a:xfrm>
        </p:spPr>
        <p:txBody>
          <a:bodyPr/>
          <a:lstStyle/>
          <a:p>
            <a:pPr algn="l">
              <a:lnSpc>
                <a:spcPct val="150000"/>
              </a:lnSpc>
              <a:spcBef>
                <a:spcPts val="1000"/>
              </a:spcBef>
              <a:buClr>
                <a:srgbClr val="215D9F"/>
              </a:buClr>
            </a:pPr>
            <a:r>
              <a:rPr lang="en-US" sz="3200">
                <a:solidFill>
                  <a:srgbClr val="0070C0"/>
                </a:solidFill>
              </a:rPr>
              <a:t>3. Định nghĩa Hàm</a:t>
            </a:r>
          </a:p>
        </p:txBody>
      </p:sp>
      <p:sp>
        <p:nvSpPr>
          <p:cNvPr id="6147" name="Content Placeholder 2">
            <a:extLst>
              <a:ext uri="{FF2B5EF4-FFF2-40B4-BE49-F238E27FC236}">
                <a16:creationId xmlns:a16="http://schemas.microsoft.com/office/drawing/2014/main" id="{B389CA34-20DF-451F-B09F-9A7C082A79F9}"/>
              </a:ext>
            </a:extLst>
          </p:cNvPr>
          <p:cNvSpPr>
            <a:spLocks noGrp="1"/>
          </p:cNvSpPr>
          <p:nvPr>
            <p:ph idx="1"/>
          </p:nvPr>
        </p:nvSpPr>
        <p:spPr>
          <a:xfrm>
            <a:off x="303212" y="990600"/>
            <a:ext cx="8534401" cy="5610225"/>
          </a:xfrm>
        </p:spPr>
        <p:txBody>
          <a:bodyPr/>
          <a:lstStyle/>
          <a:p>
            <a:pPr marL="0" indent="0" algn="just">
              <a:buNone/>
            </a:pPr>
            <a:r>
              <a:rPr lang="en-US" sz="2800" b="1">
                <a:latin typeface="Cambria" panose="02040503050406030204" pitchFamily="18" charset="0"/>
                <a:cs typeface="Times New Roman" pitchFamily="18" charset="0"/>
              </a:rPr>
              <a:t>Ví dụ:</a:t>
            </a:r>
          </a:p>
        </p:txBody>
      </p:sp>
      <p:sp>
        <p:nvSpPr>
          <p:cNvPr id="6148" name="Slide Number Placeholder 3">
            <a:extLst>
              <a:ext uri="{FF2B5EF4-FFF2-40B4-BE49-F238E27FC236}">
                <a16:creationId xmlns:a16="http://schemas.microsoft.com/office/drawing/2014/main" id="{6387F6B7-3E78-4DC2-ACF4-7A9010C88B16}"/>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E46C0A"/>
              </a:buClr>
              <a:buFont typeface="Wingdings" panose="05000000000000000000" pitchFamily="2" charset="2"/>
              <a:buChar char="v"/>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742950" indent="-285750">
              <a:spcBef>
                <a:spcPct val="20000"/>
              </a:spcBef>
              <a:buClr>
                <a:srgbClr val="E46C0A"/>
              </a:buClr>
              <a:buFont typeface="Wingdings" panose="05000000000000000000" pitchFamily="2" charset="2"/>
              <a:buChar char="q"/>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marL="1143000" indent="-228600">
              <a:spcBef>
                <a:spcPct val="20000"/>
              </a:spcBef>
              <a:buClr>
                <a:srgbClr val="E46C0A"/>
              </a:buClr>
              <a:buFont typeface="Wingdings" panose="05000000000000000000" pitchFamily="2" charset="2"/>
              <a:buChar char="Ø"/>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3pPr>
            <a:lvl4pPr marL="1600200" indent="-228600">
              <a:spcBef>
                <a:spcPct val="20000"/>
              </a:spcBef>
              <a:buClr>
                <a:srgbClr val="E46C0A"/>
              </a:buClr>
              <a:buFont typeface="Courier New" panose="02070309020205020404" pitchFamily="49" charset="0"/>
              <a:buChar char="o"/>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4pPr>
            <a:lvl5pPr marL="2057400" indent="-228600">
              <a:spcBef>
                <a:spcPct val="20000"/>
              </a:spcBef>
              <a:buFont typeface="Arial" panose="020B0604020202020204" pitchFamily="34" charset="0"/>
              <a:buChar char="»"/>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9pPr>
          </a:lstStyle>
          <a:p>
            <a:pPr>
              <a:spcBef>
                <a:spcPct val="0"/>
              </a:spcBef>
              <a:buClrTx/>
              <a:buFontTx/>
              <a:buNone/>
            </a:pPr>
            <a:fld id="{E4B56E55-BAAA-4880-94A1-7A8094250C64}" type="slidenum">
              <a:rPr lang="en-US" altLang="en-US" sz="1400" smtClean="0">
                <a:solidFill>
                  <a:srgbClr val="002060"/>
                </a:solidFill>
                <a:latin typeface="Arial" panose="020B0604020202020204" pitchFamily="34" charset="0"/>
                <a:cs typeface="Arial" panose="020B0604020202020204" pitchFamily="34" charset="0"/>
              </a:rPr>
              <a:pPr>
                <a:spcBef>
                  <a:spcPct val="0"/>
                </a:spcBef>
                <a:buClrTx/>
                <a:buFontTx/>
                <a:buNone/>
              </a:pPr>
              <a:t>23</a:t>
            </a:fld>
            <a:endParaRPr lang="en-US" altLang="en-US" sz="1400">
              <a:solidFill>
                <a:srgbClr val="002060"/>
              </a:solidFill>
              <a:latin typeface="Arial" panose="020B0604020202020204" pitchFamily="34" charset="0"/>
              <a:cs typeface="Arial" panose="020B0604020202020204" pitchFamily="34" charset="0"/>
            </a:endParaRPr>
          </a:p>
        </p:txBody>
      </p:sp>
      <p:sp>
        <p:nvSpPr>
          <p:cNvPr id="2" name="Rectangle 1">
            <a:extLst>
              <a:ext uri="{FF2B5EF4-FFF2-40B4-BE49-F238E27FC236}">
                <a16:creationId xmlns:a16="http://schemas.microsoft.com/office/drawing/2014/main" id="{AC0CDD06-6F6E-4EDC-B283-85F51EFC45E6}"/>
              </a:ext>
            </a:extLst>
          </p:cNvPr>
          <p:cNvSpPr>
            <a:spLocks noChangeArrowheads="1"/>
          </p:cNvSpPr>
          <p:nvPr/>
        </p:nvSpPr>
        <p:spPr bwMode="auto">
          <a:xfrm>
            <a:off x="457200" y="1705224"/>
            <a:ext cx="7548541" cy="4883984"/>
          </a:xfrm>
          <a:prstGeom prst="rect">
            <a:avLst/>
          </a:prstGeom>
          <a:solidFill>
            <a:srgbClr val="F4FBF4"/>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14283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dirty="0">
                <a:ln>
                  <a:noFill/>
                </a:ln>
                <a:solidFill>
                  <a:srgbClr val="AD2BEE"/>
                </a:solidFill>
                <a:effectLst/>
                <a:latin typeface="Menlo"/>
              </a:rPr>
              <a:t>def</a:t>
            </a:r>
            <a:r>
              <a:rPr kumimoji="0" lang="en-US" altLang="en-US" sz="2800" b="0" i="0" u="none" strike="noStrike" cap="none" normalizeH="0" baseline="0" dirty="0">
                <a:ln>
                  <a:noFill/>
                </a:ln>
                <a:solidFill>
                  <a:srgbClr val="131513"/>
                </a:solidFill>
                <a:effectLst/>
                <a:latin typeface="Menlo"/>
              </a:rPr>
              <a:t> </a:t>
            </a:r>
            <a:r>
              <a:rPr kumimoji="0" lang="en-US" altLang="en-US" sz="2800" b="0" i="0" u="none" strike="noStrike" cap="none" normalizeH="0" baseline="0" dirty="0" err="1">
                <a:ln>
                  <a:noFill/>
                </a:ln>
                <a:solidFill>
                  <a:srgbClr val="131513"/>
                </a:solidFill>
                <a:effectLst/>
                <a:latin typeface="Menlo"/>
              </a:rPr>
              <a:t>them_so</a:t>
            </a:r>
            <a:r>
              <a:rPr kumimoji="0" lang="en-US" altLang="en-US" sz="2800" b="0" i="0" u="none" strike="noStrike" cap="none" normalizeH="0" baseline="0" dirty="0">
                <a:ln>
                  <a:noFill/>
                </a:ln>
                <a:solidFill>
                  <a:srgbClr val="131513"/>
                </a:solidFill>
                <a:effectLst/>
                <a:latin typeface="Menlo"/>
              </a:rPr>
              <a:t>(</a:t>
            </a:r>
            <a:r>
              <a:rPr kumimoji="0" lang="en-US" altLang="en-US" sz="2800" b="0" i="0" u="none" strike="noStrike" cap="none" normalizeH="0" baseline="0" dirty="0" err="1">
                <a:ln>
                  <a:noFill/>
                </a:ln>
                <a:solidFill>
                  <a:srgbClr val="131513"/>
                </a:solidFill>
                <a:effectLst/>
                <a:latin typeface="Menlo"/>
              </a:rPr>
              <a:t>a,b</a:t>
            </a:r>
            <a:r>
              <a:rPr kumimoji="0" lang="en-US" altLang="en-US" sz="2800" b="0" i="0" u="none" strike="noStrike" cap="none" normalizeH="0" baseline="0" dirty="0">
                <a:ln>
                  <a:noFill/>
                </a:ln>
                <a:solidFill>
                  <a:srgbClr val="131513"/>
                </a:solidFill>
                <a:effectLst/>
                <a:latin typeface="Menlo"/>
              </a:rPr>
              <a:t>):</a:t>
            </a:r>
            <a:br>
              <a:rPr kumimoji="0" lang="en-US" altLang="en-US" sz="2800" b="0" i="0" u="none" strike="noStrike" cap="none" normalizeH="0" baseline="0" dirty="0">
                <a:ln>
                  <a:noFill/>
                </a:ln>
                <a:solidFill>
                  <a:schemeClr val="tx1"/>
                </a:solidFill>
                <a:effectLst/>
                <a:latin typeface="Menlo"/>
              </a:rPr>
            </a:br>
            <a:r>
              <a:rPr kumimoji="0" lang="en-US" altLang="en-US" sz="2800" b="0" i="0" u="none" strike="noStrike" cap="none" normalizeH="0" baseline="0" dirty="0">
                <a:ln>
                  <a:noFill/>
                </a:ln>
                <a:solidFill>
                  <a:schemeClr val="tx1"/>
                </a:solidFill>
                <a:effectLst/>
                <a:latin typeface="Menlo"/>
              </a:rPr>
              <a:t>	</a:t>
            </a:r>
            <a:r>
              <a:rPr kumimoji="0" lang="en-US" altLang="en-US" sz="2800" b="0" i="0" u="none" strike="noStrike" cap="none" normalizeH="0" baseline="0" dirty="0">
                <a:ln>
                  <a:noFill/>
                </a:ln>
                <a:solidFill>
                  <a:srgbClr val="131513"/>
                </a:solidFill>
                <a:effectLst/>
                <a:latin typeface="Menlo"/>
              </a:rPr>
              <a:t>tong = a + b</a:t>
            </a:r>
            <a:br>
              <a:rPr kumimoji="0" lang="en-US" altLang="en-US" sz="2800" b="0" i="0" u="none" strike="noStrike" cap="none" normalizeH="0" baseline="0" dirty="0">
                <a:ln>
                  <a:noFill/>
                </a:ln>
                <a:solidFill>
                  <a:schemeClr val="tx1"/>
                </a:solidFill>
                <a:effectLst/>
                <a:latin typeface="Menlo"/>
              </a:rPr>
            </a:br>
            <a:r>
              <a:rPr kumimoji="0" lang="en-US" altLang="en-US" sz="2800" b="0" i="0" u="none" strike="noStrike" cap="none" normalizeH="0" baseline="0" dirty="0">
                <a:ln>
                  <a:noFill/>
                </a:ln>
                <a:solidFill>
                  <a:schemeClr val="tx1"/>
                </a:solidFill>
                <a:effectLst/>
                <a:latin typeface="Menlo"/>
              </a:rPr>
              <a:t>	</a:t>
            </a:r>
            <a:r>
              <a:rPr kumimoji="0" lang="en-US" altLang="en-US" sz="2800" b="0" i="0" u="none" strike="noStrike" cap="none" normalizeH="0" baseline="0" dirty="0">
                <a:ln>
                  <a:noFill/>
                </a:ln>
                <a:solidFill>
                  <a:srgbClr val="AD2BEE"/>
                </a:solidFill>
                <a:effectLst/>
                <a:latin typeface="Menlo"/>
              </a:rPr>
              <a:t>return</a:t>
            </a:r>
            <a:r>
              <a:rPr kumimoji="0" lang="en-US" altLang="en-US" sz="2800" b="0" i="0" u="none" strike="noStrike" cap="none" normalizeH="0" baseline="0" dirty="0">
                <a:ln>
                  <a:noFill/>
                </a:ln>
                <a:solidFill>
                  <a:srgbClr val="131513"/>
                </a:solidFill>
                <a:effectLst/>
                <a:latin typeface="Menlo"/>
              </a:rPr>
              <a:t> tong</a:t>
            </a:r>
            <a:br>
              <a:rPr kumimoji="0" lang="en-US" altLang="en-US" sz="2800" b="0" i="0" u="none" strike="noStrike" cap="none" normalizeH="0" baseline="0" dirty="0">
                <a:ln>
                  <a:noFill/>
                </a:ln>
                <a:solidFill>
                  <a:schemeClr val="tx1"/>
                </a:solidFill>
                <a:effectLst/>
                <a:latin typeface="Menlo"/>
              </a:rPr>
            </a:br>
            <a:br>
              <a:rPr kumimoji="0" lang="en-US" altLang="en-US" sz="2800" b="0" i="0" u="none" strike="noStrike" cap="none" normalizeH="0" baseline="0" dirty="0">
                <a:ln>
                  <a:noFill/>
                </a:ln>
                <a:solidFill>
                  <a:schemeClr val="tx1"/>
                </a:solidFill>
                <a:effectLst/>
                <a:latin typeface="Menlo"/>
              </a:rPr>
            </a:br>
            <a:r>
              <a:rPr kumimoji="0" lang="en-US" altLang="en-US" sz="2800" b="0" i="0" u="none" strike="noStrike" cap="none" normalizeH="0" baseline="0" dirty="0">
                <a:ln>
                  <a:noFill/>
                </a:ln>
                <a:solidFill>
                  <a:srgbClr val="131513"/>
                </a:solidFill>
                <a:effectLst/>
                <a:latin typeface="Menlo"/>
              </a:rPr>
              <a:t>so1 = </a:t>
            </a:r>
            <a:r>
              <a:rPr kumimoji="0" lang="en-US" altLang="en-US" sz="2800" b="0" i="0" u="none" strike="noStrike" cap="none" normalizeH="0" baseline="0" dirty="0">
                <a:ln>
                  <a:noFill/>
                </a:ln>
                <a:solidFill>
                  <a:srgbClr val="87711D"/>
                </a:solidFill>
                <a:effectLst/>
                <a:latin typeface="Menlo"/>
              </a:rPr>
              <a:t>5</a:t>
            </a:r>
            <a:br>
              <a:rPr kumimoji="0" lang="en-US" altLang="en-US" sz="2800" b="0" i="0" u="none" strike="noStrike" cap="none" normalizeH="0" baseline="0" dirty="0">
                <a:ln>
                  <a:noFill/>
                </a:ln>
                <a:solidFill>
                  <a:schemeClr val="tx1"/>
                </a:solidFill>
                <a:effectLst/>
                <a:latin typeface="Menlo"/>
              </a:rPr>
            </a:br>
            <a:r>
              <a:rPr kumimoji="0" lang="en-US" altLang="en-US" sz="2800" b="0" i="0" u="none" strike="noStrike" cap="none" normalizeH="0" baseline="0" dirty="0">
                <a:ln>
                  <a:noFill/>
                </a:ln>
                <a:solidFill>
                  <a:srgbClr val="131513"/>
                </a:solidFill>
                <a:effectLst/>
                <a:latin typeface="Menlo"/>
              </a:rPr>
              <a:t>so2 = </a:t>
            </a:r>
            <a:r>
              <a:rPr kumimoji="0" lang="en-US" altLang="en-US" sz="2800" b="0" i="0" u="none" strike="noStrike" cap="none" normalizeH="0" baseline="0" dirty="0">
                <a:ln>
                  <a:noFill/>
                </a:ln>
                <a:solidFill>
                  <a:srgbClr val="87711D"/>
                </a:solidFill>
                <a:effectLst/>
                <a:latin typeface="Menlo"/>
              </a:rPr>
              <a:t>6</a:t>
            </a:r>
            <a:br>
              <a:rPr kumimoji="0" lang="en-US" altLang="en-US" sz="2800" b="0" i="0" u="none" strike="noStrike" cap="none" normalizeH="0" baseline="0" dirty="0">
                <a:ln>
                  <a:noFill/>
                </a:ln>
                <a:solidFill>
                  <a:schemeClr val="tx1"/>
                </a:solidFill>
                <a:effectLst/>
                <a:latin typeface="Menlo"/>
              </a:rPr>
            </a:br>
            <a:r>
              <a:rPr kumimoji="0" lang="en-US" altLang="en-US" sz="2800" b="0" i="0" u="none" strike="noStrike" cap="none" normalizeH="0" baseline="0" dirty="0">
                <a:ln>
                  <a:noFill/>
                </a:ln>
                <a:solidFill>
                  <a:srgbClr val="131513"/>
                </a:solidFill>
                <a:effectLst/>
                <a:latin typeface="Menlo"/>
              </a:rPr>
              <a:t>so3 = </a:t>
            </a:r>
            <a:r>
              <a:rPr kumimoji="0" lang="en-US" altLang="en-US" sz="2800" b="0" i="0" u="none" strike="noStrike" cap="none" normalizeH="0" baseline="0" dirty="0">
                <a:ln>
                  <a:noFill/>
                </a:ln>
                <a:solidFill>
                  <a:srgbClr val="AD2BEE"/>
                </a:solidFill>
                <a:effectLst/>
                <a:latin typeface="Menlo"/>
              </a:rPr>
              <a:t>int</a:t>
            </a:r>
            <a:r>
              <a:rPr kumimoji="0" lang="en-US" altLang="en-US" sz="2800" b="0" i="0" u="none" strike="noStrike" cap="none" normalizeH="0" baseline="0" dirty="0">
                <a:ln>
                  <a:noFill/>
                </a:ln>
                <a:solidFill>
                  <a:srgbClr val="131513"/>
                </a:solidFill>
                <a:effectLst/>
                <a:latin typeface="Menlo"/>
              </a:rPr>
              <a:t>(input(</a:t>
            </a:r>
            <a:r>
              <a:rPr kumimoji="0" lang="en-US" altLang="en-US" sz="2800" b="0" i="0" u="none" strike="noStrike" cap="none" normalizeH="0" baseline="0" dirty="0">
                <a:ln>
                  <a:noFill/>
                </a:ln>
                <a:solidFill>
                  <a:srgbClr val="29A329"/>
                </a:solidFill>
                <a:effectLst/>
                <a:latin typeface="Menlo"/>
              </a:rPr>
              <a:t>"</a:t>
            </a:r>
            <a:r>
              <a:rPr kumimoji="0" lang="en-US" altLang="en-US" sz="2800" b="0" i="0" u="none" strike="noStrike" cap="none" normalizeH="0" baseline="0" dirty="0" err="1">
                <a:ln>
                  <a:noFill/>
                </a:ln>
                <a:solidFill>
                  <a:srgbClr val="29A329"/>
                </a:solidFill>
                <a:effectLst/>
                <a:latin typeface="Menlo"/>
              </a:rPr>
              <a:t>Nhập</a:t>
            </a:r>
            <a:r>
              <a:rPr kumimoji="0" lang="en-US" altLang="en-US" sz="2800" b="0" i="0" u="none" strike="noStrike" cap="none" normalizeH="0" baseline="0" dirty="0">
                <a:ln>
                  <a:noFill/>
                </a:ln>
                <a:solidFill>
                  <a:srgbClr val="29A329"/>
                </a:solidFill>
                <a:effectLst/>
                <a:latin typeface="Menlo"/>
              </a:rPr>
              <a:t> </a:t>
            </a:r>
            <a:r>
              <a:rPr kumimoji="0" lang="en-US" altLang="en-US" sz="2800" b="0" i="0" u="none" strike="noStrike" cap="none" normalizeH="0" baseline="0" dirty="0" err="1">
                <a:ln>
                  <a:noFill/>
                </a:ln>
                <a:solidFill>
                  <a:srgbClr val="29A329"/>
                </a:solidFill>
                <a:effectLst/>
                <a:latin typeface="Menlo"/>
              </a:rPr>
              <a:t>một</a:t>
            </a:r>
            <a:r>
              <a:rPr kumimoji="0" lang="en-US" altLang="en-US" sz="2800" b="0" i="0" u="none" strike="noStrike" cap="none" normalizeH="0" baseline="0" dirty="0">
                <a:ln>
                  <a:noFill/>
                </a:ln>
                <a:solidFill>
                  <a:srgbClr val="29A329"/>
                </a:solidFill>
                <a:effectLst/>
                <a:latin typeface="Menlo"/>
              </a:rPr>
              <a:t> </a:t>
            </a:r>
            <a:r>
              <a:rPr kumimoji="0" lang="en-US" altLang="en-US" sz="2800" b="0" i="0" u="none" strike="noStrike" cap="none" normalizeH="0" baseline="0" dirty="0" err="1">
                <a:ln>
                  <a:noFill/>
                </a:ln>
                <a:solidFill>
                  <a:srgbClr val="29A329"/>
                </a:solidFill>
                <a:effectLst/>
                <a:latin typeface="Menlo"/>
              </a:rPr>
              <a:t>số</a:t>
            </a:r>
            <a:r>
              <a:rPr kumimoji="0" lang="en-US" altLang="en-US" sz="2800" b="0" i="0" u="none" strike="noStrike" cap="none" normalizeH="0" baseline="0" dirty="0">
                <a:ln>
                  <a:noFill/>
                </a:ln>
                <a:solidFill>
                  <a:srgbClr val="29A329"/>
                </a:solidFill>
                <a:effectLst/>
                <a:latin typeface="Menlo"/>
              </a:rPr>
              <a:t>: "</a:t>
            </a:r>
            <a:r>
              <a:rPr kumimoji="0" lang="en-US" altLang="en-US" sz="2800" b="0" i="0" u="none" strike="noStrike" cap="none" normalizeH="0" baseline="0" dirty="0">
                <a:ln>
                  <a:noFill/>
                </a:ln>
                <a:solidFill>
                  <a:srgbClr val="131513"/>
                </a:solidFill>
                <a:effectLst/>
                <a:latin typeface="Menlo"/>
              </a:rPr>
              <a:t>))</a:t>
            </a:r>
            <a:br>
              <a:rPr kumimoji="0" lang="en-US" altLang="en-US" sz="2800" b="0" i="0" u="none" strike="noStrike" cap="none" normalizeH="0" baseline="0" dirty="0">
                <a:ln>
                  <a:noFill/>
                </a:ln>
                <a:solidFill>
                  <a:schemeClr val="tx1"/>
                </a:solidFill>
                <a:effectLst/>
                <a:latin typeface="Menlo"/>
              </a:rPr>
            </a:br>
            <a:r>
              <a:rPr kumimoji="0" lang="en-US" altLang="en-US" sz="2800" b="0" i="0" u="none" strike="noStrike" cap="none" normalizeH="0" baseline="0" dirty="0">
                <a:ln>
                  <a:noFill/>
                </a:ln>
                <a:solidFill>
                  <a:srgbClr val="131513"/>
                </a:solidFill>
                <a:effectLst/>
                <a:latin typeface="Menlo"/>
              </a:rPr>
              <a:t>so4 = </a:t>
            </a:r>
            <a:r>
              <a:rPr kumimoji="0" lang="en-US" altLang="en-US" sz="2800" b="0" i="0" u="none" strike="noStrike" cap="none" normalizeH="0" baseline="0" dirty="0">
                <a:ln>
                  <a:noFill/>
                </a:ln>
                <a:solidFill>
                  <a:srgbClr val="AD2BEE"/>
                </a:solidFill>
                <a:effectLst/>
                <a:latin typeface="Menlo"/>
              </a:rPr>
              <a:t>int</a:t>
            </a:r>
            <a:r>
              <a:rPr kumimoji="0" lang="en-US" altLang="en-US" sz="2800" b="0" i="0" u="none" strike="noStrike" cap="none" normalizeH="0" baseline="0" dirty="0">
                <a:ln>
                  <a:noFill/>
                </a:ln>
                <a:solidFill>
                  <a:srgbClr val="131513"/>
                </a:solidFill>
                <a:effectLst/>
                <a:latin typeface="Menlo"/>
              </a:rPr>
              <a:t>(input(</a:t>
            </a:r>
            <a:r>
              <a:rPr kumimoji="0" lang="en-US" altLang="en-US" sz="2800" b="0" i="0" u="none" strike="noStrike" cap="none" normalizeH="0" baseline="0" dirty="0">
                <a:ln>
                  <a:noFill/>
                </a:ln>
                <a:solidFill>
                  <a:srgbClr val="29A329"/>
                </a:solidFill>
                <a:effectLst/>
                <a:latin typeface="Menlo"/>
              </a:rPr>
              <a:t>"</a:t>
            </a:r>
            <a:r>
              <a:rPr kumimoji="0" lang="en-US" altLang="en-US" sz="2800" b="0" i="0" u="none" strike="noStrike" cap="none" normalizeH="0" baseline="0" dirty="0" err="1">
                <a:ln>
                  <a:noFill/>
                </a:ln>
                <a:solidFill>
                  <a:srgbClr val="29A329"/>
                </a:solidFill>
                <a:effectLst/>
                <a:latin typeface="Menlo"/>
              </a:rPr>
              <a:t>Nhập</a:t>
            </a:r>
            <a:r>
              <a:rPr kumimoji="0" lang="en-US" altLang="en-US" sz="2800" b="0" i="0" u="none" strike="noStrike" cap="none" normalizeH="0" baseline="0" dirty="0">
                <a:ln>
                  <a:noFill/>
                </a:ln>
                <a:solidFill>
                  <a:srgbClr val="29A329"/>
                </a:solidFill>
                <a:effectLst/>
                <a:latin typeface="Menlo"/>
              </a:rPr>
              <a:t> </a:t>
            </a:r>
            <a:r>
              <a:rPr kumimoji="0" lang="en-US" altLang="en-US" sz="2800" b="0" i="0" u="none" strike="noStrike" cap="none" normalizeH="0" baseline="0" dirty="0" err="1">
                <a:ln>
                  <a:noFill/>
                </a:ln>
                <a:solidFill>
                  <a:srgbClr val="29A329"/>
                </a:solidFill>
                <a:effectLst/>
                <a:latin typeface="Menlo"/>
              </a:rPr>
              <a:t>một</a:t>
            </a:r>
            <a:r>
              <a:rPr kumimoji="0" lang="en-US" altLang="en-US" sz="2800" b="0" i="0" u="none" strike="noStrike" cap="none" normalizeH="0" baseline="0" dirty="0">
                <a:ln>
                  <a:noFill/>
                </a:ln>
                <a:solidFill>
                  <a:srgbClr val="29A329"/>
                </a:solidFill>
                <a:effectLst/>
                <a:latin typeface="Menlo"/>
              </a:rPr>
              <a:t> </a:t>
            </a:r>
            <a:r>
              <a:rPr kumimoji="0" lang="en-US" altLang="en-US" sz="2800" b="0" i="0" u="none" strike="noStrike" cap="none" normalizeH="0" baseline="0" dirty="0" err="1">
                <a:ln>
                  <a:noFill/>
                </a:ln>
                <a:solidFill>
                  <a:srgbClr val="29A329"/>
                </a:solidFill>
                <a:effectLst/>
                <a:latin typeface="Menlo"/>
              </a:rPr>
              <a:t>số</a:t>
            </a:r>
            <a:r>
              <a:rPr kumimoji="0" lang="en-US" altLang="en-US" sz="2800" b="0" i="0" u="none" strike="noStrike" cap="none" normalizeH="0" baseline="0" dirty="0">
                <a:ln>
                  <a:noFill/>
                </a:ln>
                <a:solidFill>
                  <a:srgbClr val="29A329"/>
                </a:solidFill>
                <a:effectLst/>
                <a:latin typeface="Menlo"/>
              </a:rPr>
              <a:t> </a:t>
            </a:r>
            <a:r>
              <a:rPr kumimoji="0" lang="en-US" altLang="en-US" sz="2800" b="0" i="0" u="none" strike="noStrike" cap="none" normalizeH="0" baseline="0" dirty="0" err="1">
                <a:ln>
                  <a:noFill/>
                </a:ln>
                <a:solidFill>
                  <a:srgbClr val="29A329"/>
                </a:solidFill>
                <a:effectLst/>
                <a:latin typeface="Menlo"/>
              </a:rPr>
              <a:t>nữa</a:t>
            </a:r>
            <a:r>
              <a:rPr kumimoji="0" lang="en-US" altLang="en-US" sz="2800" b="0" i="0" u="none" strike="noStrike" cap="none" normalizeH="0" baseline="0" dirty="0">
                <a:ln>
                  <a:noFill/>
                </a:ln>
                <a:solidFill>
                  <a:srgbClr val="29A329"/>
                </a:solidFill>
                <a:effectLst/>
                <a:latin typeface="Menlo"/>
              </a:rPr>
              <a:t>: "</a:t>
            </a:r>
            <a:r>
              <a:rPr kumimoji="0" lang="en-US" altLang="en-US" sz="2800" b="0" i="0" u="none" strike="noStrike" cap="none" normalizeH="0" baseline="0" dirty="0">
                <a:ln>
                  <a:noFill/>
                </a:ln>
                <a:solidFill>
                  <a:srgbClr val="131513"/>
                </a:solidFill>
                <a:effectLst/>
                <a:latin typeface="Menlo"/>
              </a:rPr>
              <a:t>))</a:t>
            </a:r>
            <a:br>
              <a:rPr kumimoji="0" lang="en-US" altLang="en-US" sz="2800" b="0" i="0" u="none" strike="noStrike" cap="none" normalizeH="0" baseline="0" dirty="0">
                <a:ln>
                  <a:noFill/>
                </a:ln>
                <a:solidFill>
                  <a:schemeClr val="tx1"/>
                </a:solidFill>
                <a:effectLst/>
                <a:latin typeface="Menlo"/>
              </a:rPr>
            </a:br>
            <a:br>
              <a:rPr kumimoji="0" lang="en-US" altLang="en-US" sz="2800" b="0" i="0" u="none" strike="noStrike" cap="none" normalizeH="0" baseline="0" dirty="0">
                <a:ln>
                  <a:noFill/>
                </a:ln>
                <a:solidFill>
                  <a:schemeClr val="tx1"/>
                </a:solidFill>
                <a:effectLst/>
                <a:latin typeface="Menlo"/>
              </a:rPr>
            </a:br>
            <a:r>
              <a:rPr kumimoji="0" lang="en-US" altLang="en-US" sz="2800" b="0" i="0" u="none" strike="noStrike" cap="none" normalizeH="0" baseline="0" dirty="0">
                <a:ln>
                  <a:noFill/>
                </a:ln>
                <a:solidFill>
                  <a:srgbClr val="AD2BEE"/>
                </a:solidFill>
                <a:effectLst/>
                <a:latin typeface="Menlo"/>
              </a:rPr>
              <a:t>print</a:t>
            </a:r>
            <a:r>
              <a:rPr kumimoji="0" lang="en-US" altLang="en-US" sz="2800" b="0" i="0" u="none" strike="noStrike" cap="none" normalizeH="0" baseline="0" dirty="0">
                <a:ln>
                  <a:noFill/>
                </a:ln>
                <a:solidFill>
                  <a:srgbClr val="131513"/>
                </a:solidFill>
                <a:effectLst/>
                <a:latin typeface="Menlo"/>
              </a:rPr>
              <a:t>(</a:t>
            </a:r>
            <a:r>
              <a:rPr kumimoji="0" lang="en-US" altLang="en-US" sz="2800" b="0" i="0" u="none" strike="noStrike" cap="none" normalizeH="0" baseline="0" dirty="0">
                <a:ln>
                  <a:noFill/>
                </a:ln>
                <a:solidFill>
                  <a:srgbClr val="29A329"/>
                </a:solidFill>
                <a:effectLst/>
                <a:latin typeface="Menlo"/>
              </a:rPr>
              <a:t>"</a:t>
            </a:r>
            <a:r>
              <a:rPr kumimoji="0" lang="en-US" altLang="en-US" sz="2800" b="0" i="0" u="none" strike="noStrike" cap="none" normalizeH="0" baseline="0" dirty="0" err="1">
                <a:ln>
                  <a:noFill/>
                </a:ln>
                <a:solidFill>
                  <a:srgbClr val="29A329"/>
                </a:solidFill>
                <a:effectLst/>
                <a:latin typeface="Menlo"/>
              </a:rPr>
              <a:t>Tổng</a:t>
            </a:r>
            <a:r>
              <a:rPr kumimoji="0" lang="en-US" altLang="en-US" sz="2800" b="0" i="0" u="none" strike="noStrike" cap="none" normalizeH="0" baseline="0" dirty="0">
                <a:ln>
                  <a:noFill/>
                </a:ln>
                <a:solidFill>
                  <a:srgbClr val="29A329"/>
                </a:solidFill>
                <a:effectLst/>
                <a:latin typeface="Menlo"/>
              </a:rPr>
              <a:t> </a:t>
            </a:r>
            <a:r>
              <a:rPr kumimoji="0" lang="en-US" altLang="en-US" sz="2800" b="0" i="0" u="none" strike="noStrike" cap="none" normalizeH="0" baseline="0" dirty="0" err="1">
                <a:ln>
                  <a:noFill/>
                </a:ln>
                <a:solidFill>
                  <a:srgbClr val="29A329"/>
                </a:solidFill>
                <a:effectLst/>
                <a:latin typeface="Menlo"/>
              </a:rPr>
              <a:t>hai</a:t>
            </a:r>
            <a:r>
              <a:rPr kumimoji="0" lang="en-US" altLang="en-US" sz="2800" b="0" i="0" u="none" strike="noStrike" cap="none" normalizeH="0" baseline="0" dirty="0">
                <a:ln>
                  <a:noFill/>
                </a:ln>
                <a:solidFill>
                  <a:srgbClr val="29A329"/>
                </a:solidFill>
                <a:effectLst/>
                <a:latin typeface="Menlo"/>
              </a:rPr>
              <a:t> </a:t>
            </a:r>
            <a:r>
              <a:rPr kumimoji="0" lang="en-US" altLang="en-US" sz="2800" b="0" i="0" u="none" strike="noStrike" cap="none" normalizeH="0" baseline="0" dirty="0" err="1">
                <a:ln>
                  <a:noFill/>
                </a:ln>
                <a:solidFill>
                  <a:srgbClr val="29A329"/>
                </a:solidFill>
                <a:effectLst/>
                <a:latin typeface="Menlo"/>
              </a:rPr>
              <a:t>số</a:t>
            </a:r>
            <a:r>
              <a:rPr kumimoji="0" lang="en-US" altLang="en-US" sz="2800" b="0" i="0" u="none" strike="noStrike" cap="none" normalizeH="0" baseline="0" dirty="0">
                <a:ln>
                  <a:noFill/>
                </a:ln>
                <a:solidFill>
                  <a:srgbClr val="29A329"/>
                </a:solidFill>
                <a:effectLst/>
                <a:latin typeface="Menlo"/>
              </a:rPr>
              <a:t> </a:t>
            </a:r>
            <a:r>
              <a:rPr kumimoji="0" lang="en-US" altLang="en-US" sz="2800" b="0" i="0" u="none" strike="noStrike" cap="none" normalizeH="0" baseline="0" dirty="0" err="1">
                <a:ln>
                  <a:noFill/>
                </a:ln>
                <a:solidFill>
                  <a:srgbClr val="29A329"/>
                </a:solidFill>
                <a:effectLst/>
                <a:latin typeface="Menlo"/>
              </a:rPr>
              <a:t>đầu</a:t>
            </a:r>
            <a:r>
              <a:rPr kumimoji="0" lang="en-US" altLang="en-US" sz="2800" b="0" i="0" u="none" strike="noStrike" cap="none" normalizeH="0" baseline="0" dirty="0">
                <a:ln>
                  <a:noFill/>
                </a:ln>
                <a:solidFill>
                  <a:srgbClr val="29A329"/>
                </a:solidFill>
                <a:effectLst/>
                <a:latin typeface="Menlo"/>
              </a:rPr>
              <a:t> </a:t>
            </a:r>
            <a:r>
              <a:rPr kumimoji="0" lang="en-US" altLang="en-US" sz="2800" b="0" i="0" u="none" strike="noStrike" cap="none" normalizeH="0" baseline="0" dirty="0" err="1">
                <a:ln>
                  <a:noFill/>
                </a:ln>
                <a:solidFill>
                  <a:srgbClr val="29A329"/>
                </a:solidFill>
                <a:effectLst/>
                <a:latin typeface="Menlo"/>
              </a:rPr>
              <a:t>là</a:t>
            </a:r>
            <a:r>
              <a:rPr kumimoji="0" lang="en-US" altLang="en-US" sz="2800" b="0" i="0" u="none" strike="noStrike" cap="none" normalizeH="0" baseline="0" dirty="0">
                <a:ln>
                  <a:noFill/>
                </a:ln>
                <a:solidFill>
                  <a:srgbClr val="29A329"/>
                </a:solidFill>
                <a:effectLst/>
                <a:latin typeface="Menlo"/>
              </a:rPr>
              <a:t>: "</a:t>
            </a:r>
            <a:r>
              <a:rPr kumimoji="0" lang="en-US" altLang="en-US" sz="2800" b="0" i="0" u="none" strike="noStrike" cap="none" normalizeH="0" baseline="0" dirty="0">
                <a:ln>
                  <a:noFill/>
                </a:ln>
                <a:solidFill>
                  <a:srgbClr val="131513"/>
                </a:solidFill>
                <a:effectLst/>
                <a:latin typeface="Menlo"/>
              </a:rPr>
              <a:t>, </a:t>
            </a:r>
            <a:r>
              <a:rPr kumimoji="0" lang="en-US" altLang="en-US" sz="2800" b="0" i="0" u="none" strike="noStrike" cap="none" normalizeH="0" baseline="0" dirty="0" err="1">
                <a:ln>
                  <a:noFill/>
                </a:ln>
                <a:solidFill>
                  <a:srgbClr val="131513"/>
                </a:solidFill>
                <a:effectLst/>
                <a:latin typeface="Menlo"/>
              </a:rPr>
              <a:t>them_so</a:t>
            </a:r>
            <a:r>
              <a:rPr kumimoji="0" lang="en-US" altLang="en-US" sz="2800" b="0" i="0" u="none" strike="noStrike" cap="none" normalizeH="0" baseline="0" dirty="0">
                <a:ln>
                  <a:noFill/>
                </a:ln>
                <a:solidFill>
                  <a:srgbClr val="131513"/>
                </a:solidFill>
                <a:effectLst/>
                <a:latin typeface="Menlo"/>
              </a:rPr>
              <a:t>(so1, so2))</a:t>
            </a:r>
            <a:br>
              <a:rPr kumimoji="0" lang="en-US" altLang="en-US" sz="2800" b="0" i="0" u="none" strike="noStrike" cap="none" normalizeH="0" baseline="0" dirty="0">
                <a:ln>
                  <a:noFill/>
                </a:ln>
                <a:solidFill>
                  <a:schemeClr val="tx1"/>
                </a:solidFill>
                <a:effectLst/>
                <a:latin typeface="Menlo"/>
              </a:rPr>
            </a:br>
            <a:r>
              <a:rPr kumimoji="0" lang="en-US" altLang="en-US" sz="2800" b="0" i="0" u="none" strike="noStrike" cap="none" normalizeH="0" baseline="0" dirty="0">
                <a:ln>
                  <a:noFill/>
                </a:ln>
                <a:solidFill>
                  <a:srgbClr val="AD2BEE"/>
                </a:solidFill>
                <a:effectLst/>
                <a:latin typeface="Menlo"/>
              </a:rPr>
              <a:t>print</a:t>
            </a:r>
            <a:r>
              <a:rPr kumimoji="0" lang="en-US" altLang="en-US" sz="2800" b="0" i="0" u="none" strike="noStrike" cap="none" normalizeH="0" baseline="0" dirty="0">
                <a:ln>
                  <a:noFill/>
                </a:ln>
                <a:solidFill>
                  <a:srgbClr val="131513"/>
                </a:solidFill>
                <a:effectLst/>
                <a:latin typeface="Menlo"/>
              </a:rPr>
              <a:t> (</a:t>
            </a:r>
            <a:r>
              <a:rPr kumimoji="0" lang="en-US" altLang="en-US" sz="2800" b="0" i="0" u="none" strike="noStrike" cap="none" normalizeH="0" baseline="0" dirty="0">
                <a:ln>
                  <a:noFill/>
                </a:ln>
                <a:solidFill>
                  <a:srgbClr val="29A329"/>
                </a:solidFill>
                <a:effectLst/>
                <a:latin typeface="Menlo"/>
              </a:rPr>
              <a:t>"</a:t>
            </a:r>
            <a:r>
              <a:rPr kumimoji="0" lang="en-US" altLang="en-US" sz="2800" b="0" i="0" u="none" strike="noStrike" cap="none" normalizeH="0" baseline="0" dirty="0" err="1">
                <a:ln>
                  <a:noFill/>
                </a:ln>
                <a:solidFill>
                  <a:srgbClr val="29A329"/>
                </a:solidFill>
                <a:effectLst/>
                <a:latin typeface="Menlo"/>
              </a:rPr>
              <a:t>Tổng</a:t>
            </a:r>
            <a:r>
              <a:rPr kumimoji="0" lang="en-US" altLang="en-US" sz="2800" b="0" i="0" u="none" strike="noStrike" cap="none" normalizeH="0" baseline="0" dirty="0">
                <a:ln>
                  <a:noFill/>
                </a:ln>
                <a:solidFill>
                  <a:srgbClr val="29A329"/>
                </a:solidFill>
                <a:effectLst/>
                <a:latin typeface="Menlo"/>
              </a:rPr>
              <a:t> </a:t>
            </a:r>
            <a:r>
              <a:rPr kumimoji="0" lang="en-US" altLang="en-US" sz="2800" b="0" i="0" u="none" strike="noStrike" cap="none" normalizeH="0" baseline="0" dirty="0" err="1">
                <a:ln>
                  <a:noFill/>
                </a:ln>
                <a:solidFill>
                  <a:srgbClr val="29A329"/>
                </a:solidFill>
                <a:effectLst/>
                <a:latin typeface="Menlo"/>
              </a:rPr>
              <a:t>của</a:t>
            </a:r>
            <a:r>
              <a:rPr kumimoji="0" lang="en-US" altLang="en-US" sz="2800" b="0" i="0" u="none" strike="noStrike" cap="none" normalizeH="0" baseline="0" dirty="0">
                <a:ln>
                  <a:noFill/>
                </a:ln>
                <a:solidFill>
                  <a:srgbClr val="29A329"/>
                </a:solidFill>
                <a:effectLst/>
                <a:latin typeface="Menlo"/>
              </a:rPr>
              <a:t> </a:t>
            </a:r>
            <a:r>
              <a:rPr kumimoji="0" lang="en-US" altLang="en-US" sz="2800" b="0" i="0" u="none" strike="noStrike" cap="none" normalizeH="0" baseline="0" dirty="0" err="1">
                <a:ln>
                  <a:noFill/>
                </a:ln>
                <a:solidFill>
                  <a:srgbClr val="29A329"/>
                </a:solidFill>
                <a:effectLst/>
                <a:latin typeface="Menlo"/>
              </a:rPr>
              <a:t>hai</a:t>
            </a:r>
            <a:r>
              <a:rPr kumimoji="0" lang="en-US" altLang="en-US" sz="2800" b="0" i="0" u="none" strike="noStrike" cap="none" normalizeH="0" baseline="0" dirty="0">
                <a:ln>
                  <a:noFill/>
                </a:ln>
                <a:solidFill>
                  <a:srgbClr val="29A329"/>
                </a:solidFill>
                <a:effectLst/>
                <a:latin typeface="Menlo"/>
              </a:rPr>
              <a:t> </a:t>
            </a:r>
            <a:r>
              <a:rPr kumimoji="0" lang="en-US" altLang="en-US" sz="2800" b="0" i="0" u="none" strike="noStrike" cap="none" normalizeH="0" baseline="0" dirty="0" err="1">
                <a:ln>
                  <a:noFill/>
                </a:ln>
                <a:solidFill>
                  <a:srgbClr val="29A329"/>
                </a:solidFill>
                <a:effectLst/>
                <a:latin typeface="Menlo"/>
              </a:rPr>
              <a:t>số</a:t>
            </a:r>
            <a:r>
              <a:rPr kumimoji="0" lang="en-US" altLang="en-US" sz="2800" b="0" i="0" u="none" strike="noStrike" cap="none" normalizeH="0" baseline="0" dirty="0">
                <a:ln>
                  <a:noFill/>
                </a:ln>
                <a:solidFill>
                  <a:srgbClr val="29A329"/>
                </a:solidFill>
                <a:effectLst/>
                <a:latin typeface="Menlo"/>
              </a:rPr>
              <a:t> </a:t>
            </a:r>
            <a:r>
              <a:rPr kumimoji="0" lang="en-US" altLang="en-US" sz="2800" b="0" i="0" u="none" strike="noStrike" cap="none" normalizeH="0" baseline="0" dirty="0" err="1">
                <a:ln>
                  <a:noFill/>
                </a:ln>
                <a:solidFill>
                  <a:srgbClr val="29A329"/>
                </a:solidFill>
                <a:effectLst/>
                <a:latin typeface="Menlo"/>
              </a:rPr>
              <a:t>sau</a:t>
            </a:r>
            <a:r>
              <a:rPr kumimoji="0" lang="en-US" altLang="en-US" sz="2800" b="0" i="0" u="none" strike="noStrike" cap="none" normalizeH="0" baseline="0" dirty="0">
                <a:ln>
                  <a:noFill/>
                </a:ln>
                <a:solidFill>
                  <a:srgbClr val="29A329"/>
                </a:solidFill>
                <a:effectLst/>
                <a:latin typeface="Menlo"/>
              </a:rPr>
              <a:t> </a:t>
            </a:r>
            <a:r>
              <a:rPr kumimoji="0" lang="en-US" altLang="en-US" sz="2800" b="0" i="0" u="none" strike="noStrike" cap="none" normalizeH="0" baseline="0" dirty="0" err="1">
                <a:ln>
                  <a:noFill/>
                </a:ln>
                <a:solidFill>
                  <a:srgbClr val="29A329"/>
                </a:solidFill>
                <a:effectLst/>
                <a:latin typeface="Menlo"/>
              </a:rPr>
              <a:t>là</a:t>
            </a:r>
            <a:r>
              <a:rPr kumimoji="0" lang="en-US" altLang="en-US" sz="2800" b="0" i="0" u="none" strike="noStrike" cap="none" normalizeH="0" baseline="0" dirty="0">
                <a:ln>
                  <a:noFill/>
                </a:ln>
                <a:solidFill>
                  <a:srgbClr val="29A329"/>
                </a:solidFill>
                <a:effectLst/>
                <a:latin typeface="Menlo"/>
              </a:rPr>
              <a:t>: "</a:t>
            </a:r>
            <a:r>
              <a:rPr kumimoji="0" lang="en-US" altLang="en-US" sz="2800" b="0" i="0" u="none" strike="noStrike" cap="none" normalizeH="0" baseline="0" dirty="0">
                <a:ln>
                  <a:noFill/>
                </a:ln>
                <a:solidFill>
                  <a:srgbClr val="131513"/>
                </a:solidFill>
                <a:effectLst/>
                <a:latin typeface="Menlo"/>
              </a:rPr>
              <a:t>, </a:t>
            </a:r>
            <a:r>
              <a:rPr kumimoji="0" lang="en-US" altLang="en-US" sz="2800" b="0" i="0" u="none" strike="noStrike" cap="none" normalizeH="0" baseline="0" dirty="0" err="1">
                <a:ln>
                  <a:noFill/>
                </a:ln>
                <a:solidFill>
                  <a:srgbClr val="131513"/>
                </a:solidFill>
                <a:effectLst/>
                <a:latin typeface="Menlo"/>
              </a:rPr>
              <a:t>them_so</a:t>
            </a:r>
            <a:r>
              <a:rPr kumimoji="0" lang="en-US" altLang="en-US" sz="2800" b="0" i="0" u="none" strike="noStrike" cap="none" normalizeH="0" baseline="0" dirty="0">
                <a:ln>
                  <a:noFill/>
                </a:ln>
                <a:solidFill>
                  <a:srgbClr val="131513"/>
                </a:solidFill>
                <a:effectLst/>
                <a:latin typeface="Menlo"/>
              </a:rPr>
              <a:t>(so3, so4))</a:t>
            </a:r>
            <a:r>
              <a:rPr kumimoji="0" lang="en-US" altLang="en-US" sz="2000" b="0" i="0" u="none" strike="noStrike" cap="none" normalizeH="0" baseline="0" dirty="0">
                <a:ln>
                  <a:noFill/>
                </a:ln>
                <a:solidFill>
                  <a:schemeClr val="tx1"/>
                </a:solidFill>
                <a:effectLst/>
              </a:rPr>
              <a:t> </a:t>
            </a:r>
            <a:endParaRPr kumimoji="0" lang="en-US" altLang="en-US" sz="54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09125314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AD2704CE-C6D1-41A0-8FEA-203853D2A9FD}"/>
              </a:ext>
            </a:extLst>
          </p:cNvPr>
          <p:cNvSpPr>
            <a:spLocks noGrp="1"/>
          </p:cNvSpPr>
          <p:nvPr>
            <p:ph type="title"/>
          </p:nvPr>
        </p:nvSpPr>
        <p:spPr>
          <a:xfrm>
            <a:off x="152401" y="0"/>
            <a:ext cx="9028112" cy="914400"/>
          </a:xfrm>
        </p:spPr>
        <p:txBody>
          <a:bodyPr/>
          <a:lstStyle/>
          <a:p>
            <a:pPr algn="l">
              <a:lnSpc>
                <a:spcPct val="150000"/>
              </a:lnSpc>
              <a:spcBef>
                <a:spcPts val="1000"/>
              </a:spcBef>
              <a:buClr>
                <a:srgbClr val="215D9F"/>
              </a:buClr>
            </a:pPr>
            <a:r>
              <a:rPr lang="en-US" sz="3200">
                <a:solidFill>
                  <a:srgbClr val="0070C0"/>
                </a:solidFill>
              </a:rPr>
              <a:t>3. Nguyên tắc hoạt động của hàm</a:t>
            </a:r>
          </a:p>
        </p:txBody>
      </p:sp>
      <p:sp>
        <p:nvSpPr>
          <p:cNvPr id="6147" name="Content Placeholder 2">
            <a:extLst>
              <a:ext uri="{FF2B5EF4-FFF2-40B4-BE49-F238E27FC236}">
                <a16:creationId xmlns:a16="http://schemas.microsoft.com/office/drawing/2014/main" id="{B389CA34-20DF-451F-B09F-9A7C082A79F9}"/>
              </a:ext>
            </a:extLst>
          </p:cNvPr>
          <p:cNvSpPr>
            <a:spLocks noGrp="1"/>
          </p:cNvSpPr>
          <p:nvPr>
            <p:ph idx="1"/>
          </p:nvPr>
        </p:nvSpPr>
        <p:spPr>
          <a:xfrm>
            <a:off x="303212" y="990600"/>
            <a:ext cx="8688388" cy="5610225"/>
          </a:xfrm>
        </p:spPr>
        <p:txBody>
          <a:bodyPr/>
          <a:lstStyle/>
          <a:p>
            <a:pPr marL="457200" indent="-457200" algn="just">
              <a:buFont typeface="Wingdings" pitchFamily="2" charset="2"/>
              <a:buChar char="Ø"/>
            </a:pPr>
            <a:r>
              <a:rPr lang="en-US" sz="2800">
                <a:latin typeface="Cambria" panose="02040503050406030204" pitchFamily="18" charset="0"/>
                <a:cs typeface="Times New Roman" pitchFamily="18" charset="0"/>
              </a:rPr>
              <a:t>Hàm trong Python cũng nh</a:t>
            </a:r>
            <a:r>
              <a:rPr lang="vi-VN" sz="2800">
                <a:latin typeface="Cambria" panose="02040503050406030204" pitchFamily="18" charset="0"/>
                <a:cs typeface="Times New Roman" pitchFamily="18" charset="0"/>
              </a:rPr>
              <a:t>ư</a:t>
            </a:r>
            <a:r>
              <a:rPr lang="en-US" sz="2800">
                <a:latin typeface="Cambria" panose="02040503050406030204" pitchFamily="18" charset="0"/>
                <a:cs typeface="Times New Roman" pitchFamily="18" charset="0"/>
              </a:rPr>
              <a:t> trong các ngôn ngữ lập trình khác, đều hoạt động theo Nguyên tắc LIFO </a:t>
            </a:r>
            <a:r>
              <a:rPr lang="en-US" sz="2800">
                <a:solidFill>
                  <a:schemeClr val="tx2"/>
                </a:solidFill>
                <a:latin typeface="Cambria" panose="02040503050406030204" pitchFamily="18" charset="0"/>
                <a:cs typeface="Times New Roman" pitchFamily="18" charset="0"/>
              </a:rPr>
              <a:t>(LAST IN FIRST OUT)</a:t>
            </a:r>
          </a:p>
          <a:p>
            <a:pPr marL="457200" indent="-457200" algn="just">
              <a:buFont typeface="Wingdings" pitchFamily="2" charset="2"/>
              <a:buChar char="Ø"/>
            </a:pPr>
            <a:r>
              <a:rPr lang="en-US" sz="2800">
                <a:latin typeface="Cambria" panose="02040503050406030204" pitchFamily="18" charset="0"/>
                <a:cs typeface="Times New Roman" pitchFamily="18" charset="0"/>
              </a:rPr>
              <a:t>Ví dụ:</a:t>
            </a:r>
          </a:p>
          <a:p>
            <a:pPr marL="457200" indent="-457200" algn="just">
              <a:buFont typeface="Wingdings" pitchFamily="2" charset="2"/>
              <a:buChar char="Ø"/>
            </a:pPr>
            <a:endParaRPr lang="en-US" sz="2800">
              <a:latin typeface="Cambria" panose="02040503050406030204" pitchFamily="18" charset="0"/>
              <a:cs typeface="Times New Roman" pitchFamily="18" charset="0"/>
            </a:endParaRPr>
          </a:p>
          <a:p>
            <a:pPr marL="457200" indent="-457200" algn="just">
              <a:buFont typeface="Wingdings" pitchFamily="2" charset="2"/>
              <a:buChar char="Ø"/>
            </a:pPr>
            <a:endParaRPr lang="en-US" sz="2800">
              <a:latin typeface="Cambria" panose="02040503050406030204" pitchFamily="18" charset="0"/>
              <a:cs typeface="Times New Roman" pitchFamily="18" charset="0"/>
            </a:endParaRPr>
          </a:p>
          <a:p>
            <a:pPr marL="457200" indent="-457200" algn="just">
              <a:buFont typeface="Wingdings" pitchFamily="2" charset="2"/>
              <a:buChar char="Ø"/>
            </a:pPr>
            <a:endParaRPr lang="en-US" sz="2800">
              <a:latin typeface="Cambria" panose="02040503050406030204" pitchFamily="18" charset="0"/>
              <a:cs typeface="Times New Roman" pitchFamily="18" charset="0"/>
            </a:endParaRPr>
          </a:p>
          <a:p>
            <a:pPr marL="457200" indent="-457200" algn="just">
              <a:buFont typeface="Wingdings" pitchFamily="2" charset="2"/>
              <a:buChar char="Ø"/>
            </a:pPr>
            <a:endParaRPr lang="en-US" sz="2800">
              <a:latin typeface="Cambria" panose="02040503050406030204" pitchFamily="18" charset="0"/>
              <a:cs typeface="Times New Roman" pitchFamily="18" charset="0"/>
            </a:endParaRPr>
          </a:p>
          <a:p>
            <a:pPr marL="457200" indent="-457200" algn="just">
              <a:buFont typeface="Wingdings" pitchFamily="2" charset="2"/>
              <a:buChar char="Ø"/>
            </a:pPr>
            <a:r>
              <a:rPr lang="en-US" sz="2800">
                <a:latin typeface="Cambria" panose="02040503050406030204" pitchFamily="18" charset="0"/>
                <a:cs typeface="Times New Roman" pitchFamily="18" charset="0"/>
              </a:rPr>
              <a:t>Theo LIFO thì nó xảy ra nh</a:t>
            </a:r>
            <a:r>
              <a:rPr lang="vi-VN" sz="2800">
                <a:latin typeface="Cambria" panose="02040503050406030204" pitchFamily="18" charset="0"/>
                <a:cs typeface="Times New Roman" pitchFamily="18" charset="0"/>
              </a:rPr>
              <a:t>ư</a:t>
            </a:r>
            <a:r>
              <a:rPr lang="en-US" sz="2800">
                <a:latin typeface="Cambria" panose="02040503050406030204" pitchFamily="18" charset="0"/>
                <a:cs typeface="Times New Roman" pitchFamily="18" charset="0"/>
              </a:rPr>
              <a:t> thế nào?</a:t>
            </a:r>
            <a:endParaRPr lang="en-US" sz="2400">
              <a:latin typeface="Cambria" panose="02040503050406030204" pitchFamily="18" charset="0"/>
              <a:cs typeface="Times New Roman" pitchFamily="18" charset="0"/>
            </a:endParaRPr>
          </a:p>
          <a:p>
            <a:pPr marL="0" indent="0" algn="just">
              <a:lnSpc>
                <a:spcPct val="150000"/>
              </a:lnSpc>
              <a:buNone/>
            </a:pPr>
            <a:endParaRPr lang="en-US" sz="2800" b="1">
              <a:latin typeface="Cambria" panose="02040503050406030204" pitchFamily="18" charset="0"/>
              <a:cs typeface="Times New Roman" pitchFamily="18" charset="0"/>
            </a:endParaRPr>
          </a:p>
        </p:txBody>
      </p:sp>
      <p:sp>
        <p:nvSpPr>
          <p:cNvPr id="6148" name="Slide Number Placeholder 3">
            <a:extLst>
              <a:ext uri="{FF2B5EF4-FFF2-40B4-BE49-F238E27FC236}">
                <a16:creationId xmlns:a16="http://schemas.microsoft.com/office/drawing/2014/main" id="{6387F6B7-3E78-4DC2-ACF4-7A9010C88B16}"/>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E46C0A"/>
              </a:buClr>
              <a:buFont typeface="Wingdings" panose="05000000000000000000" pitchFamily="2" charset="2"/>
              <a:buChar char="v"/>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742950" indent="-285750">
              <a:spcBef>
                <a:spcPct val="20000"/>
              </a:spcBef>
              <a:buClr>
                <a:srgbClr val="E46C0A"/>
              </a:buClr>
              <a:buFont typeface="Wingdings" panose="05000000000000000000" pitchFamily="2" charset="2"/>
              <a:buChar char="q"/>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marL="1143000" indent="-228600">
              <a:spcBef>
                <a:spcPct val="20000"/>
              </a:spcBef>
              <a:buClr>
                <a:srgbClr val="E46C0A"/>
              </a:buClr>
              <a:buFont typeface="Wingdings" panose="05000000000000000000" pitchFamily="2" charset="2"/>
              <a:buChar char="Ø"/>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3pPr>
            <a:lvl4pPr marL="1600200" indent="-228600">
              <a:spcBef>
                <a:spcPct val="20000"/>
              </a:spcBef>
              <a:buClr>
                <a:srgbClr val="E46C0A"/>
              </a:buClr>
              <a:buFont typeface="Courier New" panose="02070309020205020404" pitchFamily="49" charset="0"/>
              <a:buChar char="o"/>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4pPr>
            <a:lvl5pPr marL="2057400" indent="-228600">
              <a:spcBef>
                <a:spcPct val="20000"/>
              </a:spcBef>
              <a:buFont typeface="Arial" panose="020B0604020202020204" pitchFamily="34" charset="0"/>
              <a:buChar char="»"/>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9pPr>
          </a:lstStyle>
          <a:p>
            <a:pPr>
              <a:spcBef>
                <a:spcPct val="0"/>
              </a:spcBef>
              <a:buClrTx/>
              <a:buFontTx/>
              <a:buNone/>
            </a:pPr>
            <a:fld id="{E4B56E55-BAAA-4880-94A1-7A8094250C64}" type="slidenum">
              <a:rPr lang="en-US" altLang="en-US" sz="1400" smtClean="0">
                <a:solidFill>
                  <a:srgbClr val="002060"/>
                </a:solidFill>
                <a:latin typeface="Arial" panose="020B0604020202020204" pitchFamily="34" charset="0"/>
                <a:cs typeface="Arial" panose="020B0604020202020204" pitchFamily="34" charset="0"/>
              </a:rPr>
              <a:pPr>
                <a:spcBef>
                  <a:spcPct val="0"/>
                </a:spcBef>
                <a:buClrTx/>
                <a:buFontTx/>
                <a:buNone/>
              </a:pPr>
              <a:t>24</a:t>
            </a:fld>
            <a:endParaRPr lang="en-US" altLang="en-US" sz="1400">
              <a:solidFill>
                <a:srgbClr val="002060"/>
              </a:solidFill>
              <a:latin typeface="Arial" panose="020B0604020202020204" pitchFamily="34" charset="0"/>
              <a:cs typeface="Arial" panose="020B0604020202020204" pitchFamily="34" charset="0"/>
            </a:endParaRPr>
          </a:p>
        </p:txBody>
      </p:sp>
      <p:pic>
        <p:nvPicPr>
          <p:cNvPr id="6" name="Picture 5">
            <a:extLst>
              <a:ext uri="{FF2B5EF4-FFF2-40B4-BE49-F238E27FC236}">
                <a16:creationId xmlns:a16="http://schemas.microsoft.com/office/drawing/2014/main" id="{D1B4AB0C-270C-48C0-BBE7-5DAB5F7B0299}"/>
              </a:ext>
            </a:extLst>
          </p:cNvPr>
          <p:cNvPicPr>
            <a:picLocks noChangeAspect="1"/>
          </p:cNvPicPr>
          <p:nvPr/>
        </p:nvPicPr>
        <p:blipFill>
          <a:blip r:embed="rId2"/>
          <a:stretch>
            <a:fillRect/>
          </a:stretch>
        </p:blipFill>
        <p:spPr>
          <a:xfrm>
            <a:off x="2622550" y="2698750"/>
            <a:ext cx="4087813" cy="1905000"/>
          </a:xfrm>
          <a:prstGeom prst="rect">
            <a:avLst/>
          </a:prstGeom>
          <a:ln>
            <a:solidFill>
              <a:srgbClr val="FF0000"/>
            </a:solidFill>
          </a:ln>
        </p:spPr>
      </p:pic>
    </p:spTree>
    <p:extLst>
      <p:ext uri="{BB962C8B-B14F-4D97-AF65-F5344CB8AC3E}">
        <p14:creationId xmlns:p14="http://schemas.microsoft.com/office/powerpoint/2010/main" val="152285341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AD2704CE-C6D1-41A0-8FEA-203853D2A9FD}"/>
              </a:ext>
            </a:extLst>
          </p:cNvPr>
          <p:cNvSpPr>
            <a:spLocks noGrp="1"/>
          </p:cNvSpPr>
          <p:nvPr>
            <p:ph type="title"/>
          </p:nvPr>
        </p:nvSpPr>
        <p:spPr>
          <a:xfrm>
            <a:off x="152401" y="0"/>
            <a:ext cx="9028112" cy="914400"/>
          </a:xfrm>
        </p:spPr>
        <p:txBody>
          <a:bodyPr/>
          <a:lstStyle/>
          <a:p>
            <a:pPr algn="l">
              <a:lnSpc>
                <a:spcPct val="150000"/>
              </a:lnSpc>
              <a:spcBef>
                <a:spcPts val="1000"/>
              </a:spcBef>
              <a:buClr>
                <a:srgbClr val="215D9F"/>
              </a:buClr>
            </a:pPr>
            <a:r>
              <a:rPr lang="en-US" sz="3200">
                <a:solidFill>
                  <a:srgbClr val="0070C0"/>
                </a:solidFill>
              </a:rPr>
              <a:t>3. Nguyên tắc hoạt động của hàm</a:t>
            </a:r>
          </a:p>
        </p:txBody>
      </p:sp>
      <p:sp>
        <p:nvSpPr>
          <p:cNvPr id="6147" name="Content Placeholder 2">
            <a:extLst>
              <a:ext uri="{FF2B5EF4-FFF2-40B4-BE49-F238E27FC236}">
                <a16:creationId xmlns:a16="http://schemas.microsoft.com/office/drawing/2014/main" id="{B389CA34-20DF-451F-B09F-9A7C082A79F9}"/>
              </a:ext>
            </a:extLst>
          </p:cNvPr>
          <p:cNvSpPr>
            <a:spLocks noGrp="1"/>
          </p:cNvSpPr>
          <p:nvPr>
            <p:ph idx="1"/>
          </p:nvPr>
        </p:nvSpPr>
        <p:spPr>
          <a:xfrm>
            <a:off x="303212" y="990600"/>
            <a:ext cx="8688388" cy="5610225"/>
          </a:xfrm>
        </p:spPr>
        <p:txBody>
          <a:bodyPr/>
          <a:lstStyle/>
          <a:p>
            <a:pPr marL="457200" indent="-457200" algn="just">
              <a:buFont typeface="Wingdings" pitchFamily="2" charset="2"/>
              <a:buChar char="Ø"/>
            </a:pPr>
            <a:r>
              <a:rPr lang="en-US" sz="2800">
                <a:latin typeface="Cambria" panose="02040503050406030204" pitchFamily="18" charset="0"/>
                <a:cs typeface="Times New Roman" pitchFamily="18" charset="0"/>
              </a:rPr>
              <a:t>Minh họa nguyên tắc hoạt động khi gọi hàm.</a:t>
            </a:r>
          </a:p>
        </p:txBody>
      </p:sp>
      <p:sp>
        <p:nvSpPr>
          <p:cNvPr id="6148" name="Slide Number Placeholder 3">
            <a:extLst>
              <a:ext uri="{FF2B5EF4-FFF2-40B4-BE49-F238E27FC236}">
                <a16:creationId xmlns:a16="http://schemas.microsoft.com/office/drawing/2014/main" id="{6387F6B7-3E78-4DC2-ACF4-7A9010C88B16}"/>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E46C0A"/>
              </a:buClr>
              <a:buFont typeface="Wingdings" panose="05000000000000000000" pitchFamily="2" charset="2"/>
              <a:buChar char="v"/>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742950" indent="-285750">
              <a:spcBef>
                <a:spcPct val="20000"/>
              </a:spcBef>
              <a:buClr>
                <a:srgbClr val="E46C0A"/>
              </a:buClr>
              <a:buFont typeface="Wingdings" panose="05000000000000000000" pitchFamily="2" charset="2"/>
              <a:buChar char="q"/>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marL="1143000" indent="-228600">
              <a:spcBef>
                <a:spcPct val="20000"/>
              </a:spcBef>
              <a:buClr>
                <a:srgbClr val="E46C0A"/>
              </a:buClr>
              <a:buFont typeface="Wingdings" panose="05000000000000000000" pitchFamily="2" charset="2"/>
              <a:buChar char="Ø"/>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3pPr>
            <a:lvl4pPr marL="1600200" indent="-228600">
              <a:spcBef>
                <a:spcPct val="20000"/>
              </a:spcBef>
              <a:buClr>
                <a:srgbClr val="E46C0A"/>
              </a:buClr>
              <a:buFont typeface="Courier New" panose="02070309020205020404" pitchFamily="49" charset="0"/>
              <a:buChar char="o"/>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4pPr>
            <a:lvl5pPr marL="2057400" indent="-228600">
              <a:spcBef>
                <a:spcPct val="20000"/>
              </a:spcBef>
              <a:buFont typeface="Arial" panose="020B0604020202020204" pitchFamily="34" charset="0"/>
              <a:buChar char="»"/>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9pPr>
          </a:lstStyle>
          <a:p>
            <a:pPr>
              <a:spcBef>
                <a:spcPct val="0"/>
              </a:spcBef>
              <a:buClrTx/>
              <a:buFontTx/>
              <a:buNone/>
            </a:pPr>
            <a:fld id="{E4B56E55-BAAA-4880-94A1-7A8094250C64}" type="slidenum">
              <a:rPr lang="en-US" altLang="en-US" sz="1400" smtClean="0">
                <a:solidFill>
                  <a:srgbClr val="002060"/>
                </a:solidFill>
                <a:latin typeface="Arial" panose="020B0604020202020204" pitchFamily="34" charset="0"/>
                <a:cs typeface="Arial" panose="020B0604020202020204" pitchFamily="34" charset="0"/>
              </a:rPr>
              <a:pPr>
                <a:spcBef>
                  <a:spcPct val="0"/>
                </a:spcBef>
                <a:buClrTx/>
                <a:buFontTx/>
                <a:buNone/>
              </a:pPr>
              <a:t>25</a:t>
            </a:fld>
            <a:endParaRPr lang="en-US" altLang="en-US" sz="1400">
              <a:solidFill>
                <a:srgbClr val="002060"/>
              </a:solidFill>
              <a:latin typeface="Arial" panose="020B0604020202020204" pitchFamily="34" charset="0"/>
              <a:cs typeface="Arial" panose="020B0604020202020204" pitchFamily="34" charset="0"/>
            </a:endParaRPr>
          </a:p>
        </p:txBody>
      </p:sp>
      <p:pic>
        <p:nvPicPr>
          <p:cNvPr id="6" name="Picture 5">
            <a:extLst>
              <a:ext uri="{FF2B5EF4-FFF2-40B4-BE49-F238E27FC236}">
                <a16:creationId xmlns:a16="http://schemas.microsoft.com/office/drawing/2014/main" id="{D1B4AB0C-270C-48C0-BBE7-5DAB5F7B0299}"/>
              </a:ext>
            </a:extLst>
          </p:cNvPr>
          <p:cNvPicPr>
            <a:picLocks noChangeAspect="1"/>
          </p:cNvPicPr>
          <p:nvPr/>
        </p:nvPicPr>
        <p:blipFill>
          <a:blip r:embed="rId2"/>
          <a:stretch>
            <a:fillRect/>
          </a:stretch>
        </p:blipFill>
        <p:spPr>
          <a:xfrm>
            <a:off x="6477001" y="1784350"/>
            <a:ext cx="2514600" cy="1324999"/>
          </a:xfrm>
          <a:prstGeom prst="rect">
            <a:avLst/>
          </a:prstGeom>
          <a:ln>
            <a:solidFill>
              <a:srgbClr val="FF0000"/>
            </a:solidFill>
          </a:ln>
        </p:spPr>
      </p:pic>
      <p:pic>
        <p:nvPicPr>
          <p:cNvPr id="7" name="Picture 6">
            <a:extLst>
              <a:ext uri="{FF2B5EF4-FFF2-40B4-BE49-F238E27FC236}">
                <a16:creationId xmlns:a16="http://schemas.microsoft.com/office/drawing/2014/main" id="{C73D5536-7F05-4E77-8DCA-3D3788EAC2B7}"/>
              </a:ext>
            </a:extLst>
          </p:cNvPr>
          <p:cNvPicPr>
            <a:picLocks noChangeAspect="1"/>
          </p:cNvPicPr>
          <p:nvPr/>
        </p:nvPicPr>
        <p:blipFill>
          <a:blip r:embed="rId3"/>
          <a:stretch>
            <a:fillRect/>
          </a:stretch>
        </p:blipFill>
        <p:spPr>
          <a:xfrm>
            <a:off x="533400" y="1828800"/>
            <a:ext cx="5619750" cy="4133850"/>
          </a:xfrm>
          <a:prstGeom prst="rect">
            <a:avLst/>
          </a:prstGeom>
        </p:spPr>
      </p:pic>
    </p:spTree>
    <p:extLst>
      <p:ext uri="{BB962C8B-B14F-4D97-AF65-F5344CB8AC3E}">
        <p14:creationId xmlns:p14="http://schemas.microsoft.com/office/powerpoint/2010/main" val="151188212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AD2704CE-C6D1-41A0-8FEA-203853D2A9FD}"/>
              </a:ext>
            </a:extLst>
          </p:cNvPr>
          <p:cNvSpPr>
            <a:spLocks noGrp="1"/>
          </p:cNvSpPr>
          <p:nvPr>
            <p:ph type="title"/>
          </p:nvPr>
        </p:nvSpPr>
        <p:spPr>
          <a:xfrm>
            <a:off x="152401" y="0"/>
            <a:ext cx="9028112" cy="914400"/>
          </a:xfrm>
        </p:spPr>
        <p:txBody>
          <a:bodyPr/>
          <a:lstStyle/>
          <a:p>
            <a:pPr algn="l">
              <a:lnSpc>
                <a:spcPct val="150000"/>
              </a:lnSpc>
              <a:spcBef>
                <a:spcPts val="1000"/>
              </a:spcBef>
              <a:buClr>
                <a:srgbClr val="215D9F"/>
              </a:buClr>
            </a:pPr>
            <a:r>
              <a:rPr lang="en-US" sz="3200">
                <a:solidFill>
                  <a:srgbClr val="0070C0"/>
                </a:solidFill>
              </a:rPr>
              <a:t>3. Viết tài liệu cho hàm</a:t>
            </a:r>
          </a:p>
        </p:txBody>
      </p:sp>
      <p:sp>
        <p:nvSpPr>
          <p:cNvPr id="6147" name="Content Placeholder 2">
            <a:extLst>
              <a:ext uri="{FF2B5EF4-FFF2-40B4-BE49-F238E27FC236}">
                <a16:creationId xmlns:a16="http://schemas.microsoft.com/office/drawing/2014/main" id="{B389CA34-20DF-451F-B09F-9A7C082A79F9}"/>
              </a:ext>
            </a:extLst>
          </p:cNvPr>
          <p:cNvSpPr>
            <a:spLocks noGrp="1"/>
          </p:cNvSpPr>
          <p:nvPr>
            <p:ph idx="1"/>
          </p:nvPr>
        </p:nvSpPr>
        <p:spPr>
          <a:xfrm>
            <a:off x="228600" y="838200"/>
            <a:ext cx="8688388" cy="5867400"/>
          </a:xfrm>
        </p:spPr>
        <p:txBody>
          <a:bodyPr/>
          <a:lstStyle/>
          <a:p>
            <a:pPr marL="457200" indent="-457200" algn="just">
              <a:lnSpc>
                <a:spcPct val="150000"/>
              </a:lnSpc>
              <a:buFont typeface="Wingdings" pitchFamily="2" charset="2"/>
              <a:buChar char="Ø"/>
            </a:pPr>
            <a:r>
              <a:rPr lang="en-US" sz="2800">
                <a:latin typeface="Cambria" panose="02040503050406030204" pitchFamily="18" charset="0"/>
                <a:cs typeface="Times New Roman" pitchFamily="18" charset="0"/>
              </a:rPr>
              <a:t>Python hỗ trợ ta bổ sung tài liệu cho hàm, việc này rất thuận lợi cho đối tác sử dụng các function do ta làm ra. Dựa vào những tài liệu này mà Partner có thể dễ dàng biết cách sử dụng.</a:t>
            </a:r>
          </a:p>
          <a:p>
            <a:pPr marL="457200" indent="-457200" algn="just">
              <a:lnSpc>
                <a:spcPct val="150000"/>
              </a:lnSpc>
              <a:buFont typeface="Wingdings" pitchFamily="2" charset="2"/>
              <a:buChar char="Ø"/>
            </a:pPr>
            <a:r>
              <a:rPr lang="en-US" sz="2800">
                <a:latin typeface="Cambria" panose="02040503050406030204" pitchFamily="18" charset="0"/>
                <a:cs typeface="Times New Roman" pitchFamily="18" charset="0"/>
              </a:rPr>
              <a:t>Ta có thể sử dụng 3 dấu nháy kép hoặc 3 dấu nháy đ</a:t>
            </a:r>
            <a:r>
              <a:rPr lang="vi-VN" sz="2800">
                <a:latin typeface="Cambria" panose="02040503050406030204" pitchFamily="18" charset="0"/>
                <a:cs typeface="Times New Roman" pitchFamily="18" charset="0"/>
              </a:rPr>
              <a:t>ơ</a:t>
            </a:r>
            <a:r>
              <a:rPr lang="en-US" sz="2800">
                <a:latin typeface="Cambria" panose="02040503050406030204" pitchFamily="18" charset="0"/>
                <a:cs typeface="Times New Roman" pitchFamily="18" charset="0"/>
              </a:rPr>
              <a:t>n để viết tài liệu cho hàm. Tuy nhiên theo kinh nghiệm thì các bạn nên dùng 3 dấu nháy kép.</a:t>
            </a:r>
          </a:p>
          <a:p>
            <a:pPr marL="457200" indent="-457200" algn="just">
              <a:lnSpc>
                <a:spcPct val="150000"/>
              </a:lnSpc>
              <a:buFont typeface="Wingdings" pitchFamily="2" charset="2"/>
              <a:buChar char="Ø"/>
            </a:pPr>
            <a:r>
              <a:rPr lang="en-US" sz="2800">
                <a:latin typeface="Cambria" panose="02040503050406030204" pitchFamily="18" charset="0"/>
                <a:cs typeface="Times New Roman" pitchFamily="18" charset="0"/>
              </a:rPr>
              <a:t>Các ghi chú (tài liệu) phải đ</a:t>
            </a:r>
            <a:r>
              <a:rPr lang="vi-VN" sz="2800">
                <a:latin typeface="Cambria" panose="02040503050406030204" pitchFamily="18" charset="0"/>
                <a:cs typeface="Times New Roman" pitchFamily="18" charset="0"/>
              </a:rPr>
              <a:t>ư</a:t>
            </a:r>
            <a:r>
              <a:rPr lang="en-US" sz="2800">
                <a:latin typeface="Cambria" panose="02040503050406030204" pitchFamily="18" charset="0"/>
                <a:cs typeface="Times New Roman" pitchFamily="18" charset="0"/>
              </a:rPr>
              <a:t>ợc viết ở những dòng đầu tiên khi khai báo hàm</a:t>
            </a:r>
            <a:endParaRPr lang="en-US" sz="2400">
              <a:latin typeface="Cambria" panose="02040503050406030204" pitchFamily="18" charset="0"/>
              <a:cs typeface="Times New Roman" pitchFamily="18" charset="0"/>
            </a:endParaRPr>
          </a:p>
        </p:txBody>
      </p:sp>
      <p:sp>
        <p:nvSpPr>
          <p:cNvPr id="6148" name="Slide Number Placeholder 3">
            <a:extLst>
              <a:ext uri="{FF2B5EF4-FFF2-40B4-BE49-F238E27FC236}">
                <a16:creationId xmlns:a16="http://schemas.microsoft.com/office/drawing/2014/main" id="{6387F6B7-3E78-4DC2-ACF4-7A9010C88B16}"/>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E46C0A"/>
              </a:buClr>
              <a:buFont typeface="Wingdings" panose="05000000000000000000" pitchFamily="2" charset="2"/>
              <a:buChar char="v"/>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742950" indent="-285750">
              <a:spcBef>
                <a:spcPct val="20000"/>
              </a:spcBef>
              <a:buClr>
                <a:srgbClr val="E46C0A"/>
              </a:buClr>
              <a:buFont typeface="Wingdings" panose="05000000000000000000" pitchFamily="2" charset="2"/>
              <a:buChar char="q"/>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marL="1143000" indent="-228600">
              <a:spcBef>
                <a:spcPct val="20000"/>
              </a:spcBef>
              <a:buClr>
                <a:srgbClr val="E46C0A"/>
              </a:buClr>
              <a:buFont typeface="Wingdings" panose="05000000000000000000" pitchFamily="2" charset="2"/>
              <a:buChar char="Ø"/>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3pPr>
            <a:lvl4pPr marL="1600200" indent="-228600">
              <a:spcBef>
                <a:spcPct val="20000"/>
              </a:spcBef>
              <a:buClr>
                <a:srgbClr val="E46C0A"/>
              </a:buClr>
              <a:buFont typeface="Courier New" panose="02070309020205020404" pitchFamily="49" charset="0"/>
              <a:buChar char="o"/>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4pPr>
            <a:lvl5pPr marL="2057400" indent="-228600">
              <a:spcBef>
                <a:spcPct val="20000"/>
              </a:spcBef>
              <a:buFont typeface="Arial" panose="020B0604020202020204" pitchFamily="34" charset="0"/>
              <a:buChar char="»"/>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9pPr>
          </a:lstStyle>
          <a:p>
            <a:pPr>
              <a:spcBef>
                <a:spcPct val="0"/>
              </a:spcBef>
              <a:buClrTx/>
              <a:buFontTx/>
              <a:buNone/>
            </a:pPr>
            <a:fld id="{E4B56E55-BAAA-4880-94A1-7A8094250C64}" type="slidenum">
              <a:rPr lang="en-US" altLang="en-US" sz="1400" smtClean="0">
                <a:solidFill>
                  <a:srgbClr val="002060"/>
                </a:solidFill>
                <a:latin typeface="Arial" panose="020B0604020202020204" pitchFamily="34" charset="0"/>
                <a:cs typeface="Arial" panose="020B0604020202020204" pitchFamily="34" charset="0"/>
              </a:rPr>
              <a:pPr>
                <a:spcBef>
                  <a:spcPct val="0"/>
                </a:spcBef>
                <a:buClrTx/>
                <a:buFontTx/>
                <a:buNone/>
              </a:pPr>
              <a:t>26</a:t>
            </a:fld>
            <a:endParaRPr lang="en-US" altLang="en-US" sz="1400">
              <a:solidFill>
                <a:srgbClr val="00206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2454778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147">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14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AD2704CE-C6D1-41A0-8FEA-203853D2A9FD}"/>
              </a:ext>
            </a:extLst>
          </p:cNvPr>
          <p:cNvSpPr>
            <a:spLocks noGrp="1"/>
          </p:cNvSpPr>
          <p:nvPr>
            <p:ph type="title"/>
          </p:nvPr>
        </p:nvSpPr>
        <p:spPr>
          <a:xfrm>
            <a:off x="152401" y="0"/>
            <a:ext cx="9028112" cy="914400"/>
          </a:xfrm>
        </p:spPr>
        <p:txBody>
          <a:bodyPr/>
          <a:lstStyle/>
          <a:p>
            <a:pPr algn="l">
              <a:lnSpc>
                <a:spcPct val="150000"/>
              </a:lnSpc>
              <a:spcBef>
                <a:spcPts val="1000"/>
              </a:spcBef>
              <a:buClr>
                <a:srgbClr val="215D9F"/>
              </a:buClr>
            </a:pPr>
            <a:r>
              <a:rPr lang="en-US" sz="3200">
                <a:solidFill>
                  <a:srgbClr val="0070C0"/>
                </a:solidFill>
              </a:rPr>
              <a:t>3. Viết tài liệu cho hàm</a:t>
            </a:r>
          </a:p>
        </p:txBody>
      </p:sp>
      <p:sp>
        <p:nvSpPr>
          <p:cNvPr id="6147" name="Content Placeholder 2">
            <a:extLst>
              <a:ext uri="{FF2B5EF4-FFF2-40B4-BE49-F238E27FC236}">
                <a16:creationId xmlns:a16="http://schemas.microsoft.com/office/drawing/2014/main" id="{B389CA34-20DF-451F-B09F-9A7C082A79F9}"/>
              </a:ext>
            </a:extLst>
          </p:cNvPr>
          <p:cNvSpPr>
            <a:spLocks noGrp="1"/>
          </p:cNvSpPr>
          <p:nvPr>
            <p:ph idx="1"/>
          </p:nvPr>
        </p:nvSpPr>
        <p:spPr>
          <a:xfrm>
            <a:off x="228600" y="838200"/>
            <a:ext cx="8688388" cy="5867400"/>
          </a:xfrm>
        </p:spPr>
        <p:txBody>
          <a:bodyPr/>
          <a:lstStyle/>
          <a:p>
            <a:pPr marL="457200" indent="-457200" algn="just">
              <a:lnSpc>
                <a:spcPct val="150000"/>
              </a:lnSpc>
              <a:buFont typeface="Wingdings" pitchFamily="2" charset="2"/>
              <a:buChar char="Ø"/>
            </a:pPr>
            <a:r>
              <a:rPr lang="en-US" sz="2800">
                <a:latin typeface="Cambria" panose="02040503050406030204" pitchFamily="18" charset="0"/>
                <a:cs typeface="Times New Roman" pitchFamily="18" charset="0"/>
              </a:rPr>
              <a:t>Ví dụ:</a:t>
            </a:r>
          </a:p>
        </p:txBody>
      </p:sp>
      <p:sp>
        <p:nvSpPr>
          <p:cNvPr id="6148" name="Slide Number Placeholder 3">
            <a:extLst>
              <a:ext uri="{FF2B5EF4-FFF2-40B4-BE49-F238E27FC236}">
                <a16:creationId xmlns:a16="http://schemas.microsoft.com/office/drawing/2014/main" id="{6387F6B7-3E78-4DC2-ACF4-7A9010C88B16}"/>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E46C0A"/>
              </a:buClr>
              <a:buFont typeface="Wingdings" panose="05000000000000000000" pitchFamily="2" charset="2"/>
              <a:buChar char="v"/>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742950" indent="-285750">
              <a:spcBef>
                <a:spcPct val="20000"/>
              </a:spcBef>
              <a:buClr>
                <a:srgbClr val="E46C0A"/>
              </a:buClr>
              <a:buFont typeface="Wingdings" panose="05000000000000000000" pitchFamily="2" charset="2"/>
              <a:buChar char="q"/>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marL="1143000" indent="-228600">
              <a:spcBef>
                <a:spcPct val="20000"/>
              </a:spcBef>
              <a:buClr>
                <a:srgbClr val="E46C0A"/>
              </a:buClr>
              <a:buFont typeface="Wingdings" panose="05000000000000000000" pitchFamily="2" charset="2"/>
              <a:buChar char="Ø"/>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3pPr>
            <a:lvl4pPr marL="1600200" indent="-228600">
              <a:spcBef>
                <a:spcPct val="20000"/>
              </a:spcBef>
              <a:buClr>
                <a:srgbClr val="E46C0A"/>
              </a:buClr>
              <a:buFont typeface="Courier New" panose="02070309020205020404" pitchFamily="49" charset="0"/>
              <a:buChar char="o"/>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4pPr>
            <a:lvl5pPr marL="2057400" indent="-228600">
              <a:spcBef>
                <a:spcPct val="20000"/>
              </a:spcBef>
              <a:buFont typeface="Arial" panose="020B0604020202020204" pitchFamily="34" charset="0"/>
              <a:buChar char="»"/>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9pPr>
          </a:lstStyle>
          <a:p>
            <a:pPr>
              <a:spcBef>
                <a:spcPct val="0"/>
              </a:spcBef>
              <a:buClrTx/>
              <a:buFontTx/>
              <a:buNone/>
            </a:pPr>
            <a:fld id="{E4B56E55-BAAA-4880-94A1-7A8094250C64}" type="slidenum">
              <a:rPr lang="en-US" altLang="en-US" sz="1400" smtClean="0">
                <a:solidFill>
                  <a:srgbClr val="002060"/>
                </a:solidFill>
                <a:latin typeface="Arial" panose="020B0604020202020204" pitchFamily="34" charset="0"/>
                <a:cs typeface="Arial" panose="020B0604020202020204" pitchFamily="34" charset="0"/>
              </a:rPr>
              <a:pPr>
                <a:spcBef>
                  <a:spcPct val="0"/>
                </a:spcBef>
                <a:buClrTx/>
                <a:buFontTx/>
                <a:buNone/>
              </a:pPr>
              <a:t>27</a:t>
            </a:fld>
            <a:endParaRPr lang="en-US" altLang="en-US" sz="1400">
              <a:solidFill>
                <a:srgbClr val="002060"/>
              </a:solidFill>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286CC122-97BF-46ED-A9FC-91199730E50F}"/>
              </a:ext>
            </a:extLst>
          </p:cNvPr>
          <p:cNvPicPr>
            <a:picLocks noChangeAspect="1"/>
          </p:cNvPicPr>
          <p:nvPr/>
        </p:nvPicPr>
        <p:blipFill rotWithShape="1">
          <a:blip r:embed="rId2"/>
          <a:srcRect t="50337"/>
          <a:stretch/>
        </p:blipFill>
        <p:spPr>
          <a:xfrm>
            <a:off x="332432" y="1759974"/>
            <a:ext cx="8731062" cy="3193026"/>
          </a:xfrm>
          <a:prstGeom prst="rect">
            <a:avLst/>
          </a:prstGeom>
        </p:spPr>
      </p:pic>
    </p:spTree>
    <p:extLst>
      <p:ext uri="{BB962C8B-B14F-4D97-AF65-F5344CB8AC3E}">
        <p14:creationId xmlns:p14="http://schemas.microsoft.com/office/powerpoint/2010/main" val="300994235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AD2704CE-C6D1-41A0-8FEA-203853D2A9FD}"/>
              </a:ext>
            </a:extLst>
          </p:cNvPr>
          <p:cNvSpPr>
            <a:spLocks noGrp="1"/>
          </p:cNvSpPr>
          <p:nvPr>
            <p:ph type="title"/>
          </p:nvPr>
        </p:nvSpPr>
        <p:spPr>
          <a:xfrm>
            <a:off x="152401" y="0"/>
            <a:ext cx="9028112" cy="914400"/>
          </a:xfrm>
        </p:spPr>
        <p:txBody>
          <a:bodyPr/>
          <a:lstStyle/>
          <a:p>
            <a:pPr algn="l">
              <a:lnSpc>
                <a:spcPct val="150000"/>
              </a:lnSpc>
              <a:spcBef>
                <a:spcPts val="1000"/>
              </a:spcBef>
              <a:buClr>
                <a:srgbClr val="215D9F"/>
              </a:buClr>
            </a:pPr>
            <a:r>
              <a:rPr lang="en-US" sz="3200">
                <a:solidFill>
                  <a:srgbClr val="0070C0"/>
                </a:solidFill>
              </a:rPr>
              <a:t>3. Viết tài liệu cho hàm</a:t>
            </a:r>
          </a:p>
        </p:txBody>
      </p:sp>
      <p:sp>
        <p:nvSpPr>
          <p:cNvPr id="6147" name="Content Placeholder 2">
            <a:extLst>
              <a:ext uri="{FF2B5EF4-FFF2-40B4-BE49-F238E27FC236}">
                <a16:creationId xmlns:a16="http://schemas.microsoft.com/office/drawing/2014/main" id="{B389CA34-20DF-451F-B09F-9A7C082A79F9}"/>
              </a:ext>
            </a:extLst>
          </p:cNvPr>
          <p:cNvSpPr>
            <a:spLocks noGrp="1"/>
          </p:cNvSpPr>
          <p:nvPr>
            <p:ph idx="1"/>
          </p:nvPr>
        </p:nvSpPr>
        <p:spPr>
          <a:xfrm>
            <a:off x="228600" y="838200"/>
            <a:ext cx="8688388" cy="5867400"/>
          </a:xfrm>
        </p:spPr>
        <p:txBody>
          <a:bodyPr/>
          <a:lstStyle/>
          <a:p>
            <a:pPr>
              <a:lnSpc>
                <a:spcPct val="150000"/>
              </a:lnSpc>
              <a:buFont typeface="Wingdings" panose="05000000000000000000" pitchFamily="2" charset="2"/>
              <a:buChar char="Ø"/>
            </a:pPr>
            <a:r>
              <a:rPr lang="en-US" sz="2800" dirty="0" err="1">
                <a:latin typeface="Cambria" panose="02040503050406030204" pitchFamily="18" charset="0"/>
                <a:cs typeface="Times New Roman" pitchFamily="18" charset="0"/>
              </a:rPr>
              <a:t>Muốn</a:t>
            </a:r>
            <a:r>
              <a:rPr lang="en-US" sz="2800" dirty="0">
                <a:latin typeface="Cambria" panose="02040503050406030204" pitchFamily="18" charset="0"/>
                <a:cs typeface="Times New Roman" pitchFamily="18" charset="0"/>
              </a:rPr>
              <a:t> </a:t>
            </a:r>
            <a:r>
              <a:rPr lang="en-US" sz="2800" dirty="0" err="1">
                <a:latin typeface="Cambria" panose="02040503050406030204" pitchFamily="18" charset="0"/>
                <a:cs typeface="Times New Roman" pitchFamily="18" charset="0"/>
              </a:rPr>
              <a:t>xem</a:t>
            </a:r>
            <a:r>
              <a:rPr lang="en-US" sz="2800" dirty="0">
                <a:latin typeface="Cambria" panose="02040503050406030204" pitchFamily="18" charset="0"/>
                <a:cs typeface="Times New Roman" pitchFamily="18" charset="0"/>
              </a:rPr>
              <a:t> </a:t>
            </a:r>
            <a:r>
              <a:rPr lang="en-US" sz="2800" dirty="0" err="1">
                <a:latin typeface="Cambria" panose="02040503050406030204" pitchFamily="18" charset="0"/>
                <a:cs typeface="Times New Roman" pitchFamily="18" charset="0"/>
              </a:rPr>
              <a:t>tài</a:t>
            </a:r>
            <a:r>
              <a:rPr lang="en-US" sz="2800" dirty="0">
                <a:latin typeface="Cambria" panose="02040503050406030204" pitchFamily="18" charset="0"/>
                <a:cs typeface="Times New Roman" pitchFamily="18" charset="0"/>
              </a:rPr>
              <a:t> </a:t>
            </a:r>
            <a:r>
              <a:rPr lang="en-US" sz="2800" dirty="0" err="1">
                <a:latin typeface="Cambria" panose="02040503050406030204" pitchFamily="18" charset="0"/>
                <a:cs typeface="Times New Roman" pitchFamily="18" charset="0"/>
              </a:rPr>
              <a:t>liệu</a:t>
            </a:r>
            <a:r>
              <a:rPr lang="en-US" sz="2800" dirty="0">
                <a:latin typeface="Cambria" panose="02040503050406030204" pitchFamily="18" charset="0"/>
                <a:cs typeface="Times New Roman" pitchFamily="18" charset="0"/>
              </a:rPr>
              <a:t> </a:t>
            </a:r>
            <a:r>
              <a:rPr lang="en-US" sz="2800" dirty="0" err="1">
                <a:latin typeface="Cambria" panose="02040503050406030204" pitchFamily="18" charset="0"/>
                <a:cs typeface="Times New Roman" pitchFamily="18" charset="0"/>
              </a:rPr>
              <a:t>của</a:t>
            </a:r>
            <a:r>
              <a:rPr lang="en-US" sz="2800" dirty="0">
                <a:latin typeface="Cambria" panose="02040503050406030204" pitchFamily="18" charset="0"/>
                <a:cs typeface="Times New Roman" pitchFamily="18" charset="0"/>
              </a:rPr>
              <a:t> </a:t>
            </a:r>
            <a:r>
              <a:rPr lang="en-US" sz="2800" dirty="0" err="1">
                <a:latin typeface="Cambria" panose="02040503050406030204" pitchFamily="18" charset="0"/>
                <a:cs typeface="Times New Roman" pitchFamily="18" charset="0"/>
              </a:rPr>
              <a:t>hàm</a:t>
            </a:r>
            <a:r>
              <a:rPr lang="en-US" sz="2800" dirty="0">
                <a:latin typeface="Cambria" panose="02040503050406030204" pitchFamily="18" charset="0"/>
                <a:cs typeface="Times New Roman" pitchFamily="18" charset="0"/>
              </a:rPr>
              <a:t> </a:t>
            </a:r>
            <a:r>
              <a:rPr lang="en-US" sz="2800" dirty="0" err="1">
                <a:latin typeface="Cambria" panose="02040503050406030204" pitchFamily="18" charset="0"/>
                <a:cs typeface="Times New Roman" pitchFamily="18" charset="0"/>
              </a:rPr>
              <a:t>nào</a:t>
            </a:r>
            <a:r>
              <a:rPr lang="en-US" sz="2800" dirty="0">
                <a:latin typeface="Cambria" panose="02040503050406030204" pitchFamily="18" charset="0"/>
                <a:cs typeface="Times New Roman" pitchFamily="18" charset="0"/>
              </a:rPr>
              <a:t> </a:t>
            </a:r>
            <a:r>
              <a:rPr lang="en-US" sz="2800" dirty="0" err="1">
                <a:latin typeface="Cambria" panose="02040503050406030204" pitchFamily="18" charset="0"/>
                <a:cs typeface="Times New Roman" pitchFamily="18" charset="0"/>
              </a:rPr>
              <a:t>thì</a:t>
            </a:r>
            <a:r>
              <a:rPr lang="en-US" sz="2800" dirty="0">
                <a:latin typeface="Cambria" panose="02040503050406030204" pitchFamily="18" charset="0"/>
                <a:cs typeface="Times New Roman" pitchFamily="18" charset="0"/>
              </a:rPr>
              <a:t> </a:t>
            </a:r>
            <a:r>
              <a:rPr lang="en-US" sz="2800" dirty="0" err="1">
                <a:latin typeface="Cambria" panose="02040503050406030204" pitchFamily="18" charset="0"/>
                <a:cs typeface="Times New Roman" pitchFamily="18" charset="0"/>
              </a:rPr>
              <a:t>gõ</a:t>
            </a:r>
            <a:r>
              <a:rPr lang="en-US" sz="2800" dirty="0">
                <a:latin typeface="Cambria" panose="02040503050406030204" pitchFamily="18" charset="0"/>
                <a:cs typeface="Times New Roman" pitchFamily="18" charset="0"/>
              </a:rPr>
              <a:t> :</a:t>
            </a:r>
            <a:br>
              <a:rPr lang="en-US" sz="2800" dirty="0">
                <a:latin typeface="Cambria" panose="02040503050406030204" pitchFamily="18" charset="0"/>
                <a:cs typeface="Times New Roman" pitchFamily="18" charset="0"/>
              </a:rPr>
            </a:br>
            <a:r>
              <a:rPr lang="en-US" sz="2800" dirty="0">
                <a:latin typeface="Cambria" panose="02040503050406030204" pitchFamily="18" charset="0"/>
                <a:cs typeface="Times New Roman" pitchFamily="18" charset="0"/>
              </a:rPr>
              <a:t>	 </a:t>
            </a:r>
            <a:r>
              <a:rPr lang="en-US" sz="2800" dirty="0">
                <a:solidFill>
                  <a:srgbClr val="FF0000"/>
                </a:solidFill>
                <a:latin typeface="Cambria" panose="02040503050406030204" pitchFamily="18" charset="0"/>
                <a:cs typeface="Times New Roman" pitchFamily="18" charset="0"/>
              </a:rPr>
              <a:t>help</a:t>
            </a:r>
            <a:r>
              <a:rPr lang="en-US" sz="2800" dirty="0">
                <a:latin typeface="Cambria" panose="02040503050406030204" pitchFamily="18" charset="0"/>
                <a:cs typeface="Times New Roman" pitchFamily="18" charset="0"/>
              </a:rPr>
              <a:t>(function name)</a:t>
            </a:r>
          </a:p>
          <a:p>
            <a:pPr>
              <a:lnSpc>
                <a:spcPct val="150000"/>
              </a:lnSpc>
              <a:buFont typeface="Wingdings" panose="05000000000000000000" pitchFamily="2" charset="2"/>
              <a:buChar char="Ø"/>
            </a:pPr>
            <a:endParaRPr lang="en-US" sz="2800" dirty="0">
              <a:latin typeface="Cambria" panose="02040503050406030204" pitchFamily="18" charset="0"/>
              <a:cs typeface="Times New Roman" pitchFamily="18" charset="0"/>
            </a:endParaRPr>
          </a:p>
          <a:p>
            <a:pPr>
              <a:lnSpc>
                <a:spcPct val="150000"/>
              </a:lnSpc>
              <a:buFont typeface="Wingdings" panose="05000000000000000000" pitchFamily="2" charset="2"/>
              <a:buChar char="Ø"/>
            </a:pPr>
            <a:r>
              <a:rPr lang="en-US" sz="2800" dirty="0" err="1">
                <a:latin typeface="Cambria" panose="02040503050406030204" pitchFamily="18" charset="0"/>
                <a:cs typeface="Times New Roman" pitchFamily="18" charset="0"/>
              </a:rPr>
              <a:t>Ví</a:t>
            </a:r>
            <a:r>
              <a:rPr lang="en-US" sz="2800" dirty="0">
                <a:latin typeface="Cambria" panose="02040503050406030204" pitchFamily="18" charset="0"/>
                <a:cs typeface="Times New Roman" pitchFamily="18" charset="0"/>
              </a:rPr>
              <a:t> </a:t>
            </a:r>
            <a:r>
              <a:rPr lang="en-US" sz="2800" dirty="0" err="1">
                <a:latin typeface="Cambria" panose="02040503050406030204" pitchFamily="18" charset="0"/>
                <a:cs typeface="Times New Roman" pitchFamily="18" charset="0"/>
              </a:rPr>
              <a:t>dụ</a:t>
            </a:r>
            <a:r>
              <a:rPr lang="en-US" sz="2800" dirty="0">
                <a:latin typeface="Cambria" panose="02040503050406030204" pitchFamily="18" charset="0"/>
                <a:cs typeface="Times New Roman" pitchFamily="18" charset="0"/>
              </a:rPr>
              <a:t>: </a:t>
            </a:r>
          </a:p>
        </p:txBody>
      </p:sp>
      <p:sp>
        <p:nvSpPr>
          <p:cNvPr id="6148" name="Slide Number Placeholder 3">
            <a:extLst>
              <a:ext uri="{FF2B5EF4-FFF2-40B4-BE49-F238E27FC236}">
                <a16:creationId xmlns:a16="http://schemas.microsoft.com/office/drawing/2014/main" id="{6387F6B7-3E78-4DC2-ACF4-7A9010C88B16}"/>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E46C0A"/>
              </a:buClr>
              <a:buFont typeface="Wingdings" panose="05000000000000000000" pitchFamily="2" charset="2"/>
              <a:buChar char="v"/>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742950" indent="-285750">
              <a:spcBef>
                <a:spcPct val="20000"/>
              </a:spcBef>
              <a:buClr>
                <a:srgbClr val="E46C0A"/>
              </a:buClr>
              <a:buFont typeface="Wingdings" panose="05000000000000000000" pitchFamily="2" charset="2"/>
              <a:buChar char="q"/>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marL="1143000" indent="-228600">
              <a:spcBef>
                <a:spcPct val="20000"/>
              </a:spcBef>
              <a:buClr>
                <a:srgbClr val="E46C0A"/>
              </a:buClr>
              <a:buFont typeface="Wingdings" panose="05000000000000000000" pitchFamily="2" charset="2"/>
              <a:buChar char="Ø"/>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3pPr>
            <a:lvl4pPr marL="1600200" indent="-228600">
              <a:spcBef>
                <a:spcPct val="20000"/>
              </a:spcBef>
              <a:buClr>
                <a:srgbClr val="E46C0A"/>
              </a:buClr>
              <a:buFont typeface="Courier New" panose="02070309020205020404" pitchFamily="49" charset="0"/>
              <a:buChar char="o"/>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4pPr>
            <a:lvl5pPr marL="2057400" indent="-228600">
              <a:spcBef>
                <a:spcPct val="20000"/>
              </a:spcBef>
              <a:buFont typeface="Arial" panose="020B0604020202020204" pitchFamily="34" charset="0"/>
              <a:buChar char="»"/>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9pPr>
          </a:lstStyle>
          <a:p>
            <a:pPr>
              <a:spcBef>
                <a:spcPct val="0"/>
              </a:spcBef>
              <a:buClrTx/>
              <a:buFontTx/>
              <a:buNone/>
            </a:pPr>
            <a:fld id="{E4B56E55-BAAA-4880-94A1-7A8094250C64}" type="slidenum">
              <a:rPr lang="en-US" altLang="en-US" sz="1400" smtClean="0">
                <a:solidFill>
                  <a:srgbClr val="002060"/>
                </a:solidFill>
                <a:latin typeface="Arial" panose="020B0604020202020204" pitchFamily="34" charset="0"/>
                <a:cs typeface="Arial" panose="020B0604020202020204" pitchFamily="34" charset="0"/>
              </a:rPr>
              <a:pPr>
                <a:spcBef>
                  <a:spcPct val="0"/>
                </a:spcBef>
                <a:buClrTx/>
                <a:buFontTx/>
                <a:buNone/>
              </a:pPr>
              <a:t>28</a:t>
            </a:fld>
            <a:endParaRPr lang="en-US" altLang="en-US" sz="1400">
              <a:solidFill>
                <a:srgbClr val="002060"/>
              </a:solidFill>
              <a:latin typeface="Arial" panose="020B0604020202020204" pitchFamily="34" charset="0"/>
              <a:cs typeface="Arial" panose="020B0604020202020204" pitchFamily="34" charset="0"/>
            </a:endParaRPr>
          </a:p>
        </p:txBody>
      </p:sp>
      <p:pic>
        <p:nvPicPr>
          <p:cNvPr id="6" name="Picture 5">
            <a:extLst>
              <a:ext uri="{FF2B5EF4-FFF2-40B4-BE49-F238E27FC236}">
                <a16:creationId xmlns:a16="http://schemas.microsoft.com/office/drawing/2014/main" id="{0864AFDD-FE22-41DA-8D62-40F30A512590}"/>
              </a:ext>
            </a:extLst>
          </p:cNvPr>
          <p:cNvPicPr>
            <a:picLocks noChangeAspect="1"/>
          </p:cNvPicPr>
          <p:nvPr/>
        </p:nvPicPr>
        <p:blipFill rotWithShape="1">
          <a:blip r:embed="rId2"/>
          <a:srcRect l="1679"/>
          <a:stretch/>
        </p:blipFill>
        <p:spPr>
          <a:xfrm>
            <a:off x="838199" y="3784190"/>
            <a:ext cx="7992039" cy="2276423"/>
          </a:xfrm>
          <a:prstGeom prst="rect">
            <a:avLst/>
          </a:prstGeom>
        </p:spPr>
      </p:pic>
    </p:spTree>
    <p:extLst>
      <p:ext uri="{BB962C8B-B14F-4D97-AF65-F5344CB8AC3E}">
        <p14:creationId xmlns:p14="http://schemas.microsoft.com/office/powerpoint/2010/main" val="400409052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AD2704CE-C6D1-41A0-8FEA-203853D2A9FD}"/>
              </a:ext>
            </a:extLst>
          </p:cNvPr>
          <p:cNvSpPr>
            <a:spLocks noGrp="1"/>
          </p:cNvSpPr>
          <p:nvPr>
            <p:ph type="title"/>
          </p:nvPr>
        </p:nvSpPr>
        <p:spPr>
          <a:xfrm>
            <a:off x="152401" y="0"/>
            <a:ext cx="9028112" cy="914400"/>
          </a:xfrm>
        </p:spPr>
        <p:txBody>
          <a:bodyPr/>
          <a:lstStyle/>
          <a:p>
            <a:pPr algn="l">
              <a:lnSpc>
                <a:spcPct val="150000"/>
              </a:lnSpc>
              <a:spcBef>
                <a:spcPts val="1000"/>
              </a:spcBef>
              <a:buClr>
                <a:srgbClr val="215D9F"/>
              </a:buClr>
            </a:pPr>
            <a:r>
              <a:rPr lang="en-US" sz="3200">
                <a:solidFill>
                  <a:srgbClr val="0070C0"/>
                </a:solidFill>
              </a:rPr>
              <a:t>3. Global Variable</a:t>
            </a:r>
          </a:p>
        </p:txBody>
      </p:sp>
      <p:sp>
        <p:nvSpPr>
          <p:cNvPr id="6147" name="Content Placeholder 2">
            <a:extLst>
              <a:ext uri="{FF2B5EF4-FFF2-40B4-BE49-F238E27FC236}">
                <a16:creationId xmlns:a16="http://schemas.microsoft.com/office/drawing/2014/main" id="{B389CA34-20DF-451F-B09F-9A7C082A79F9}"/>
              </a:ext>
            </a:extLst>
          </p:cNvPr>
          <p:cNvSpPr>
            <a:spLocks noGrp="1"/>
          </p:cNvSpPr>
          <p:nvPr>
            <p:ph idx="1"/>
          </p:nvPr>
        </p:nvSpPr>
        <p:spPr>
          <a:xfrm>
            <a:off x="228600" y="990600"/>
            <a:ext cx="8688388" cy="5715000"/>
          </a:xfrm>
        </p:spPr>
        <p:txBody>
          <a:bodyPr/>
          <a:lstStyle/>
          <a:p>
            <a:pPr marL="457200" indent="-457200" algn="just">
              <a:buFont typeface="Wingdings" pitchFamily="2" charset="2"/>
              <a:buChar char="Ø"/>
            </a:pPr>
            <a:r>
              <a:rPr lang="en-US" sz="2800" dirty="0" err="1">
                <a:latin typeface="Cambria" panose="02040503050406030204" pitchFamily="18" charset="0"/>
                <a:cs typeface="Times New Roman" pitchFamily="18" charset="0"/>
              </a:rPr>
              <a:t>Tất</a:t>
            </a:r>
            <a:r>
              <a:rPr lang="en-US" sz="2800" dirty="0">
                <a:latin typeface="Cambria" panose="02040503050406030204" pitchFamily="18" charset="0"/>
                <a:cs typeface="Times New Roman" pitchFamily="18" charset="0"/>
              </a:rPr>
              <a:t> </a:t>
            </a:r>
            <a:r>
              <a:rPr lang="en-US" sz="2800" dirty="0" err="1">
                <a:latin typeface="Cambria" panose="02040503050406030204" pitchFamily="18" charset="0"/>
                <a:cs typeface="Times New Roman" pitchFamily="18" charset="0"/>
              </a:rPr>
              <a:t>cả</a:t>
            </a:r>
            <a:r>
              <a:rPr lang="en-US" sz="2800" dirty="0">
                <a:latin typeface="Cambria" panose="02040503050406030204" pitchFamily="18" charset="0"/>
                <a:cs typeface="Times New Roman" pitchFamily="18" charset="0"/>
              </a:rPr>
              <a:t> </a:t>
            </a:r>
            <a:r>
              <a:rPr lang="en-US" sz="2800" dirty="0" err="1">
                <a:latin typeface="Cambria" panose="02040503050406030204" pitchFamily="18" charset="0"/>
                <a:cs typeface="Times New Roman" pitchFamily="18" charset="0"/>
              </a:rPr>
              <a:t>các</a:t>
            </a:r>
            <a:r>
              <a:rPr lang="en-US" sz="2800" dirty="0">
                <a:latin typeface="Cambria" panose="02040503050406030204" pitchFamily="18" charset="0"/>
                <a:cs typeface="Times New Roman" pitchFamily="18" charset="0"/>
              </a:rPr>
              <a:t> </a:t>
            </a:r>
            <a:r>
              <a:rPr lang="en-US" sz="2800" dirty="0" err="1">
                <a:latin typeface="Cambria" panose="02040503050406030204" pitchFamily="18" charset="0"/>
                <a:cs typeface="Times New Roman" pitchFamily="18" charset="0"/>
              </a:rPr>
              <a:t>biến</a:t>
            </a:r>
            <a:r>
              <a:rPr lang="en-US" sz="2800" dirty="0">
                <a:latin typeface="Cambria" panose="02040503050406030204" pitchFamily="18" charset="0"/>
                <a:cs typeface="Times New Roman" pitchFamily="18" charset="0"/>
              </a:rPr>
              <a:t> </a:t>
            </a:r>
            <a:r>
              <a:rPr lang="en-US" sz="2800" dirty="0" err="1">
                <a:latin typeface="Cambria" panose="02040503050406030204" pitchFamily="18" charset="0"/>
                <a:cs typeface="Times New Roman" pitchFamily="18" charset="0"/>
              </a:rPr>
              <a:t>khai</a:t>
            </a:r>
            <a:r>
              <a:rPr lang="en-US" sz="2800" dirty="0">
                <a:latin typeface="Cambria" panose="02040503050406030204" pitchFamily="18" charset="0"/>
                <a:cs typeface="Times New Roman" pitchFamily="18" charset="0"/>
              </a:rPr>
              <a:t> </a:t>
            </a:r>
            <a:r>
              <a:rPr lang="en-US" sz="2800" dirty="0" err="1">
                <a:latin typeface="Cambria" panose="02040503050406030204" pitchFamily="18" charset="0"/>
                <a:cs typeface="Times New Roman" pitchFamily="18" charset="0"/>
              </a:rPr>
              <a:t>báo</a:t>
            </a:r>
            <a:r>
              <a:rPr lang="en-US" sz="2800" dirty="0">
                <a:latin typeface="Cambria" panose="02040503050406030204" pitchFamily="18" charset="0"/>
                <a:cs typeface="Times New Roman" pitchFamily="18" charset="0"/>
              </a:rPr>
              <a:t> </a:t>
            </a:r>
            <a:r>
              <a:rPr lang="en-US" sz="2800" dirty="0" err="1">
                <a:latin typeface="Cambria" panose="02040503050406030204" pitchFamily="18" charset="0"/>
                <a:cs typeface="Times New Roman" pitchFamily="18" charset="0"/>
              </a:rPr>
              <a:t>trong</a:t>
            </a:r>
            <a:r>
              <a:rPr lang="en-US" sz="2800" dirty="0">
                <a:latin typeface="Cambria" panose="02040503050406030204" pitchFamily="18" charset="0"/>
                <a:cs typeface="Times New Roman" pitchFamily="18" charset="0"/>
              </a:rPr>
              <a:t> </a:t>
            </a:r>
            <a:r>
              <a:rPr lang="en-US" sz="2800" dirty="0" err="1">
                <a:latin typeface="Cambria" panose="02040503050406030204" pitchFamily="18" charset="0"/>
                <a:cs typeface="Times New Roman" pitchFamily="18" charset="0"/>
              </a:rPr>
              <a:t>hàm</a:t>
            </a:r>
            <a:r>
              <a:rPr lang="en-US" sz="2800" dirty="0">
                <a:latin typeface="Cambria" panose="02040503050406030204" pitchFamily="18" charset="0"/>
                <a:cs typeface="Times New Roman" pitchFamily="18" charset="0"/>
              </a:rPr>
              <a:t> </a:t>
            </a:r>
            <a:r>
              <a:rPr lang="en-US" sz="2800" dirty="0" err="1">
                <a:latin typeface="Cambria" panose="02040503050406030204" pitchFamily="18" charset="0"/>
                <a:cs typeface="Times New Roman" pitchFamily="18" charset="0"/>
              </a:rPr>
              <a:t>chỉ</a:t>
            </a:r>
            <a:r>
              <a:rPr lang="en-US" sz="2800" dirty="0">
                <a:latin typeface="Cambria" panose="02040503050406030204" pitchFamily="18" charset="0"/>
                <a:cs typeface="Times New Roman" pitchFamily="18" charset="0"/>
              </a:rPr>
              <a:t> </a:t>
            </a:r>
            <a:r>
              <a:rPr lang="en-US" sz="2800" dirty="0" err="1">
                <a:latin typeface="Cambria" panose="02040503050406030204" pitchFamily="18" charset="0"/>
                <a:cs typeface="Times New Roman" pitchFamily="18" charset="0"/>
              </a:rPr>
              <a:t>có</a:t>
            </a:r>
            <a:r>
              <a:rPr lang="en-US" sz="2800" dirty="0">
                <a:latin typeface="Cambria" panose="02040503050406030204" pitchFamily="18" charset="0"/>
                <a:cs typeface="Times New Roman" pitchFamily="18" charset="0"/>
              </a:rPr>
              <a:t> </a:t>
            </a:r>
            <a:r>
              <a:rPr lang="en-US" sz="2800" dirty="0" err="1">
                <a:latin typeface="Cambria" panose="02040503050406030204" pitchFamily="18" charset="0"/>
                <a:cs typeface="Times New Roman" pitchFamily="18" charset="0"/>
              </a:rPr>
              <a:t>phạm</a:t>
            </a:r>
            <a:r>
              <a:rPr lang="en-US" sz="2800" dirty="0">
                <a:latin typeface="Cambria" panose="02040503050406030204" pitchFamily="18" charset="0"/>
                <a:cs typeface="Times New Roman" pitchFamily="18" charset="0"/>
              </a:rPr>
              <a:t> vi </a:t>
            </a:r>
            <a:r>
              <a:rPr lang="en-US" sz="2800" dirty="0" err="1">
                <a:latin typeface="Cambria" panose="02040503050406030204" pitchFamily="18" charset="0"/>
                <a:cs typeface="Times New Roman" pitchFamily="18" charset="0"/>
              </a:rPr>
              <a:t>ảnh</a:t>
            </a:r>
            <a:r>
              <a:rPr lang="en-US" sz="2800" dirty="0">
                <a:latin typeface="Cambria" panose="02040503050406030204" pitchFamily="18" charset="0"/>
                <a:cs typeface="Times New Roman" pitchFamily="18" charset="0"/>
              </a:rPr>
              <a:t> </a:t>
            </a:r>
            <a:r>
              <a:rPr lang="en-US" sz="2800" dirty="0" err="1">
                <a:latin typeface="Cambria" panose="02040503050406030204" pitchFamily="18" charset="0"/>
                <a:cs typeface="Times New Roman" pitchFamily="18" charset="0"/>
              </a:rPr>
              <a:t>hưởng</a:t>
            </a:r>
            <a:r>
              <a:rPr lang="en-US" sz="2800" dirty="0">
                <a:latin typeface="Cambria" panose="02040503050406030204" pitchFamily="18" charset="0"/>
                <a:cs typeface="Times New Roman" pitchFamily="18" charset="0"/>
              </a:rPr>
              <a:t> </a:t>
            </a:r>
            <a:r>
              <a:rPr lang="en-US" sz="2800" dirty="0" err="1">
                <a:latin typeface="Cambria" panose="02040503050406030204" pitchFamily="18" charset="0"/>
                <a:cs typeface="Times New Roman" pitchFamily="18" charset="0"/>
              </a:rPr>
              <a:t>trong</a:t>
            </a:r>
            <a:r>
              <a:rPr lang="en-US" sz="2800" dirty="0">
                <a:latin typeface="Cambria" panose="02040503050406030204" pitchFamily="18" charset="0"/>
                <a:cs typeface="Times New Roman" pitchFamily="18" charset="0"/>
              </a:rPr>
              <a:t> </a:t>
            </a:r>
            <a:r>
              <a:rPr lang="en-US" sz="2800" dirty="0" err="1">
                <a:latin typeface="Cambria" panose="02040503050406030204" pitchFamily="18" charset="0"/>
                <a:cs typeface="Times New Roman" pitchFamily="18" charset="0"/>
              </a:rPr>
              <a:t>hàm</a:t>
            </a:r>
            <a:r>
              <a:rPr lang="en-US" sz="2800" dirty="0">
                <a:latin typeface="Cambria" panose="02040503050406030204" pitchFamily="18" charset="0"/>
                <a:cs typeface="Times New Roman" pitchFamily="18" charset="0"/>
              </a:rPr>
              <a:t>, </a:t>
            </a:r>
            <a:r>
              <a:rPr lang="en-US" sz="2800" dirty="0" err="1">
                <a:latin typeface="Cambria" panose="02040503050406030204" pitchFamily="18" charset="0"/>
                <a:cs typeface="Times New Roman" pitchFamily="18" charset="0"/>
              </a:rPr>
              <a:t>các</a:t>
            </a:r>
            <a:r>
              <a:rPr lang="en-US" sz="2800" dirty="0">
                <a:latin typeface="Cambria" panose="02040503050406030204" pitchFamily="18" charset="0"/>
                <a:cs typeface="Times New Roman" pitchFamily="18" charset="0"/>
              </a:rPr>
              <a:t> </a:t>
            </a:r>
            <a:r>
              <a:rPr lang="en-US" sz="2800" dirty="0" err="1">
                <a:latin typeface="Cambria" panose="02040503050406030204" pitchFamily="18" charset="0"/>
                <a:cs typeface="Times New Roman" pitchFamily="18" charset="0"/>
              </a:rPr>
              <a:t>biến</a:t>
            </a:r>
            <a:r>
              <a:rPr lang="en-US" sz="2800" dirty="0">
                <a:latin typeface="Cambria" panose="02040503050406030204" pitchFamily="18" charset="0"/>
                <a:cs typeface="Times New Roman" pitchFamily="18" charset="0"/>
              </a:rPr>
              <a:t> </a:t>
            </a:r>
            <a:r>
              <a:rPr lang="en-US" sz="2800" dirty="0" err="1">
                <a:latin typeface="Cambria" panose="02040503050406030204" pitchFamily="18" charset="0"/>
                <a:cs typeface="Times New Roman" pitchFamily="18" charset="0"/>
              </a:rPr>
              <a:t>này</a:t>
            </a:r>
            <a:r>
              <a:rPr lang="en-US" sz="2800" dirty="0">
                <a:latin typeface="Cambria" panose="02040503050406030204" pitchFamily="18" charset="0"/>
                <a:cs typeface="Times New Roman" pitchFamily="18" charset="0"/>
              </a:rPr>
              <a:t> </a:t>
            </a:r>
            <a:r>
              <a:rPr lang="en-US" sz="2800" dirty="0" err="1">
                <a:latin typeface="Cambria" panose="02040503050406030204" pitchFamily="18" charset="0"/>
                <a:cs typeface="Times New Roman" pitchFamily="18" charset="0"/>
              </a:rPr>
              <a:t>gọi</a:t>
            </a:r>
            <a:r>
              <a:rPr lang="en-US" sz="2800" dirty="0">
                <a:latin typeface="Cambria" panose="02040503050406030204" pitchFamily="18" charset="0"/>
                <a:cs typeface="Times New Roman" pitchFamily="18" charset="0"/>
              </a:rPr>
              <a:t> </a:t>
            </a:r>
            <a:r>
              <a:rPr lang="en-US" sz="2800" dirty="0" err="1">
                <a:latin typeface="Cambria" panose="02040503050406030204" pitchFamily="18" charset="0"/>
                <a:cs typeface="Times New Roman" pitchFamily="18" charset="0"/>
              </a:rPr>
              <a:t>là</a:t>
            </a:r>
            <a:r>
              <a:rPr lang="en-US" sz="2800" dirty="0">
                <a:latin typeface="Cambria" panose="02040503050406030204" pitchFamily="18" charset="0"/>
                <a:cs typeface="Times New Roman" pitchFamily="18" charset="0"/>
              </a:rPr>
              <a:t> </a:t>
            </a:r>
            <a:r>
              <a:rPr lang="en-US" sz="2800" dirty="0" err="1">
                <a:latin typeface="Cambria" panose="02040503050406030204" pitchFamily="18" charset="0"/>
                <a:cs typeface="Times New Roman" pitchFamily="18" charset="0"/>
              </a:rPr>
              <a:t>biến</a:t>
            </a:r>
            <a:r>
              <a:rPr lang="en-US" sz="2800" dirty="0">
                <a:latin typeface="Cambria" panose="02040503050406030204" pitchFamily="18" charset="0"/>
                <a:cs typeface="Times New Roman" pitchFamily="18" charset="0"/>
              </a:rPr>
              <a:t> local. Khi </a:t>
            </a:r>
            <a:r>
              <a:rPr lang="en-US" sz="2800" dirty="0" err="1">
                <a:latin typeface="Cambria" panose="02040503050406030204" pitchFamily="18" charset="0"/>
                <a:cs typeface="Times New Roman" pitchFamily="18" charset="0"/>
              </a:rPr>
              <a:t>thoát</a:t>
            </a:r>
            <a:r>
              <a:rPr lang="en-US" sz="2800" dirty="0">
                <a:latin typeface="Cambria" panose="02040503050406030204" pitchFamily="18" charset="0"/>
                <a:cs typeface="Times New Roman" pitchFamily="18" charset="0"/>
              </a:rPr>
              <a:t> </a:t>
            </a:r>
            <a:r>
              <a:rPr lang="en-US" sz="2800" dirty="0" err="1">
                <a:latin typeface="Cambria" panose="02040503050406030204" pitchFamily="18" charset="0"/>
                <a:cs typeface="Times New Roman" pitchFamily="18" charset="0"/>
              </a:rPr>
              <a:t>khỏi</a:t>
            </a:r>
            <a:r>
              <a:rPr lang="en-US" sz="2800" dirty="0">
                <a:latin typeface="Cambria" panose="02040503050406030204" pitchFamily="18" charset="0"/>
                <a:cs typeface="Times New Roman" pitchFamily="18" charset="0"/>
              </a:rPr>
              <a:t> </a:t>
            </a:r>
            <a:r>
              <a:rPr lang="en-US" sz="2800" dirty="0" err="1">
                <a:latin typeface="Cambria" panose="02040503050406030204" pitchFamily="18" charset="0"/>
                <a:cs typeface="Times New Roman" pitchFamily="18" charset="0"/>
              </a:rPr>
              <a:t>hàm</a:t>
            </a:r>
            <a:r>
              <a:rPr lang="en-US" sz="2800" dirty="0">
                <a:latin typeface="Cambria" panose="02040503050406030204" pitchFamily="18" charset="0"/>
                <a:cs typeface="Times New Roman" pitchFamily="18" charset="0"/>
              </a:rPr>
              <a:t> </a:t>
            </a:r>
            <a:r>
              <a:rPr lang="en-US" sz="2800" dirty="0" err="1">
                <a:latin typeface="Cambria" panose="02040503050406030204" pitchFamily="18" charset="0"/>
                <a:cs typeface="Times New Roman" pitchFamily="18" charset="0"/>
              </a:rPr>
              <a:t>thì</a:t>
            </a:r>
            <a:r>
              <a:rPr lang="en-US" sz="2800" dirty="0">
                <a:latin typeface="Cambria" panose="02040503050406030204" pitchFamily="18" charset="0"/>
                <a:cs typeface="Times New Roman" pitchFamily="18" charset="0"/>
              </a:rPr>
              <a:t> </a:t>
            </a:r>
            <a:r>
              <a:rPr lang="en-US" sz="2800" dirty="0" err="1">
                <a:latin typeface="Cambria" panose="02040503050406030204" pitchFamily="18" charset="0"/>
                <a:cs typeface="Times New Roman" pitchFamily="18" charset="0"/>
              </a:rPr>
              <a:t>các</a:t>
            </a:r>
            <a:r>
              <a:rPr lang="en-US" sz="2800" dirty="0">
                <a:latin typeface="Cambria" panose="02040503050406030204" pitchFamily="18" charset="0"/>
                <a:cs typeface="Times New Roman" pitchFamily="18" charset="0"/>
              </a:rPr>
              <a:t> </a:t>
            </a:r>
            <a:r>
              <a:rPr lang="en-US" sz="2800" dirty="0" err="1">
                <a:latin typeface="Cambria" panose="02040503050406030204" pitchFamily="18" charset="0"/>
                <a:cs typeface="Times New Roman" pitchFamily="18" charset="0"/>
              </a:rPr>
              <a:t>biến</a:t>
            </a:r>
            <a:r>
              <a:rPr lang="en-US" sz="2800" dirty="0">
                <a:latin typeface="Cambria" panose="02040503050406030204" pitchFamily="18" charset="0"/>
                <a:cs typeface="Times New Roman" pitchFamily="18" charset="0"/>
              </a:rPr>
              <a:t> </a:t>
            </a:r>
            <a:r>
              <a:rPr lang="en-US" sz="2800" dirty="0" err="1">
                <a:latin typeface="Cambria" panose="02040503050406030204" pitchFamily="18" charset="0"/>
                <a:cs typeface="Times New Roman" pitchFamily="18" charset="0"/>
              </a:rPr>
              <a:t>này</a:t>
            </a:r>
            <a:r>
              <a:rPr lang="en-US" sz="2800" dirty="0">
                <a:latin typeface="Cambria" panose="02040503050406030204" pitchFamily="18" charset="0"/>
                <a:cs typeface="Times New Roman" pitchFamily="18" charset="0"/>
              </a:rPr>
              <a:t> </a:t>
            </a:r>
            <a:r>
              <a:rPr lang="en-US" sz="2800" dirty="0" err="1">
                <a:latin typeface="Cambria" panose="02040503050406030204" pitchFamily="18" charset="0"/>
                <a:cs typeface="Times New Roman" pitchFamily="18" charset="0"/>
              </a:rPr>
              <a:t>không</a:t>
            </a:r>
            <a:r>
              <a:rPr lang="en-US" sz="2800" dirty="0">
                <a:latin typeface="Cambria" panose="02040503050406030204" pitchFamily="18" charset="0"/>
                <a:cs typeface="Times New Roman" pitchFamily="18" charset="0"/>
              </a:rPr>
              <a:t> </a:t>
            </a:r>
            <a:r>
              <a:rPr lang="en-US" sz="2800" dirty="0" err="1">
                <a:latin typeface="Cambria" panose="02040503050406030204" pitchFamily="18" charset="0"/>
                <a:cs typeface="Times New Roman" pitchFamily="18" charset="0"/>
              </a:rPr>
              <a:t>thể</a:t>
            </a:r>
            <a:r>
              <a:rPr lang="en-US" sz="2800" dirty="0">
                <a:latin typeface="Cambria" panose="02040503050406030204" pitchFamily="18" charset="0"/>
                <a:cs typeface="Times New Roman" pitchFamily="18" charset="0"/>
              </a:rPr>
              <a:t> </a:t>
            </a:r>
            <a:r>
              <a:rPr lang="en-US" sz="2800" dirty="0" err="1">
                <a:latin typeface="Cambria" panose="02040503050406030204" pitchFamily="18" charset="0"/>
                <a:cs typeface="Times New Roman" pitchFamily="18" charset="0"/>
              </a:rPr>
              <a:t>truy</a:t>
            </a:r>
            <a:r>
              <a:rPr lang="en-US" sz="2800" dirty="0">
                <a:latin typeface="Cambria" panose="02040503050406030204" pitchFamily="18" charset="0"/>
                <a:cs typeface="Times New Roman" pitchFamily="18" charset="0"/>
              </a:rPr>
              <a:t> </a:t>
            </a:r>
            <a:r>
              <a:rPr lang="en-US" sz="2800" dirty="0" err="1">
                <a:latin typeface="Cambria" panose="02040503050406030204" pitchFamily="18" charset="0"/>
                <a:cs typeface="Times New Roman" pitchFamily="18" charset="0"/>
              </a:rPr>
              <a:t>xuất</a:t>
            </a:r>
            <a:r>
              <a:rPr lang="en-US" sz="2800" dirty="0">
                <a:latin typeface="Cambria" panose="02040503050406030204" pitchFamily="18" charset="0"/>
                <a:cs typeface="Times New Roman" pitchFamily="18" charset="0"/>
              </a:rPr>
              <a:t> </a:t>
            </a:r>
            <a:r>
              <a:rPr lang="en-US" sz="2800" dirty="0" err="1">
                <a:latin typeface="Cambria" panose="02040503050406030204" pitchFamily="18" charset="0"/>
                <a:cs typeface="Times New Roman" pitchFamily="18" charset="0"/>
              </a:rPr>
              <a:t>đ</a:t>
            </a:r>
            <a:r>
              <a:rPr lang="vi-VN" sz="2800" dirty="0">
                <a:latin typeface="Cambria" panose="02040503050406030204" pitchFamily="18" charset="0"/>
                <a:cs typeface="Times New Roman" pitchFamily="18" charset="0"/>
              </a:rPr>
              <a:t>ư</a:t>
            </a:r>
            <a:r>
              <a:rPr lang="en-US" sz="2800" dirty="0" err="1">
                <a:latin typeface="Cambria" panose="02040503050406030204" pitchFamily="18" charset="0"/>
                <a:cs typeface="Times New Roman" pitchFamily="18" charset="0"/>
              </a:rPr>
              <a:t>ợc</a:t>
            </a:r>
            <a:r>
              <a:rPr lang="en-US" sz="2800" dirty="0">
                <a:latin typeface="Cambria" panose="02040503050406030204" pitchFamily="18" charset="0"/>
                <a:cs typeface="Times New Roman" pitchFamily="18" charset="0"/>
              </a:rPr>
              <a:t>.</a:t>
            </a:r>
          </a:p>
          <a:p>
            <a:pPr marL="457200" indent="-457200" algn="just">
              <a:buFont typeface="Wingdings" pitchFamily="2" charset="2"/>
              <a:buChar char="Ø"/>
            </a:pPr>
            <a:r>
              <a:rPr lang="en-US" sz="2800" dirty="0" err="1">
                <a:latin typeface="Cambria" panose="02040503050406030204" pitchFamily="18" charset="0"/>
                <a:cs typeface="Times New Roman" pitchFamily="18" charset="0"/>
              </a:rPr>
              <a:t>Xem</a:t>
            </a:r>
            <a:r>
              <a:rPr lang="en-US" sz="2800" dirty="0">
                <a:latin typeface="Cambria" panose="02040503050406030204" pitchFamily="18" charset="0"/>
                <a:cs typeface="Times New Roman" pitchFamily="18" charset="0"/>
              </a:rPr>
              <a:t> </a:t>
            </a:r>
            <a:r>
              <a:rPr lang="en-US" sz="2800" dirty="0" err="1">
                <a:latin typeface="Cambria" panose="02040503050406030204" pitchFamily="18" charset="0"/>
                <a:cs typeface="Times New Roman" pitchFamily="18" charset="0"/>
              </a:rPr>
              <a:t>ví</a:t>
            </a:r>
            <a:r>
              <a:rPr lang="en-US" sz="2800" dirty="0">
                <a:latin typeface="Cambria" panose="02040503050406030204" pitchFamily="18" charset="0"/>
                <a:cs typeface="Times New Roman" pitchFamily="18" charset="0"/>
              </a:rPr>
              <a:t> </a:t>
            </a:r>
            <a:r>
              <a:rPr lang="en-US" sz="2800" dirty="0" err="1">
                <a:latin typeface="Cambria" panose="02040503050406030204" pitchFamily="18" charset="0"/>
                <a:cs typeface="Times New Roman" pitchFamily="18" charset="0"/>
              </a:rPr>
              <a:t>dụ</a:t>
            </a:r>
            <a:r>
              <a:rPr lang="en-US" sz="2800" dirty="0">
                <a:latin typeface="Cambria" panose="02040503050406030204" pitchFamily="18" charset="0"/>
                <a:cs typeface="Times New Roman" pitchFamily="18" charset="0"/>
              </a:rPr>
              <a:t> 1:</a:t>
            </a:r>
          </a:p>
          <a:p>
            <a:pPr marL="457200" indent="-457200" algn="just">
              <a:buFont typeface="Wingdings" pitchFamily="2" charset="2"/>
              <a:buChar char="Ø"/>
            </a:pPr>
            <a:endParaRPr lang="en-US" sz="2800" dirty="0">
              <a:latin typeface="Cambria" panose="02040503050406030204" pitchFamily="18" charset="0"/>
              <a:cs typeface="Times New Roman" pitchFamily="18" charset="0"/>
            </a:endParaRPr>
          </a:p>
          <a:p>
            <a:pPr marL="457200" indent="-457200" algn="just">
              <a:buFont typeface="Wingdings" pitchFamily="2" charset="2"/>
              <a:buChar char="Ø"/>
            </a:pPr>
            <a:endParaRPr lang="en-US" sz="2800" dirty="0">
              <a:latin typeface="Cambria" panose="02040503050406030204" pitchFamily="18" charset="0"/>
              <a:cs typeface="Times New Roman" pitchFamily="18" charset="0"/>
            </a:endParaRPr>
          </a:p>
          <a:p>
            <a:pPr marL="457200" indent="-457200" algn="just">
              <a:buFont typeface="Wingdings" pitchFamily="2" charset="2"/>
              <a:buChar char="Ø"/>
            </a:pPr>
            <a:endParaRPr lang="en-US" sz="2800" dirty="0">
              <a:latin typeface="Cambria" panose="02040503050406030204" pitchFamily="18" charset="0"/>
              <a:cs typeface="Times New Roman" pitchFamily="18" charset="0"/>
            </a:endParaRPr>
          </a:p>
          <a:p>
            <a:pPr marL="457200" indent="-457200" algn="just">
              <a:buFont typeface="Wingdings" pitchFamily="2" charset="2"/>
              <a:buChar char="Ø"/>
            </a:pPr>
            <a:endParaRPr lang="en-US" sz="2800" dirty="0">
              <a:latin typeface="Cambria" panose="02040503050406030204" pitchFamily="18" charset="0"/>
              <a:cs typeface="Times New Roman" pitchFamily="18" charset="0"/>
            </a:endParaRPr>
          </a:p>
          <a:p>
            <a:pPr marL="457200" indent="-457200" algn="just">
              <a:buFont typeface="Wingdings" pitchFamily="2" charset="2"/>
              <a:buChar char="Ø"/>
            </a:pPr>
            <a:endParaRPr lang="en-US" sz="2800" dirty="0">
              <a:latin typeface="Cambria" panose="02040503050406030204" pitchFamily="18" charset="0"/>
              <a:cs typeface="Times New Roman" pitchFamily="18" charset="0"/>
            </a:endParaRPr>
          </a:p>
          <a:p>
            <a:pPr marL="457200" indent="-457200" algn="just">
              <a:buFont typeface="Wingdings" pitchFamily="2" charset="2"/>
              <a:buChar char="Ø"/>
            </a:pPr>
            <a:r>
              <a:rPr lang="en-US" sz="2400" dirty="0">
                <a:latin typeface="Cambria" panose="02040503050406030204" pitchFamily="18" charset="0"/>
                <a:cs typeface="Times New Roman" pitchFamily="18" charset="0"/>
              </a:rPr>
              <a:t>Theo </a:t>
            </a:r>
            <a:r>
              <a:rPr lang="en-US" sz="2400" dirty="0" err="1">
                <a:latin typeface="Cambria" panose="02040503050406030204" pitchFamily="18" charset="0"/>
                <a:cs typeface="Times New Roman" pitchFamily="18" charset="0"/>
              </a:rPr>
              <a:t>bạn</a:t>
            </a:r>
            <a:r>
              <a:rPr lang="en-US" sz="2400" dirty="0">
                <a:latin typeface="Cambria" panose="02040503050406030204" pitchFamily="18" charset="0"/>
                <a:cs typeface="Times New Roman" pitchFamily="18" charset="0"/>
              </a:rPr>
              <a:t> </a:t>
            </a:r>
            <a:r>
              <a:rPr lang="en-US" sz="2400" dirty="0" err="1">
                <a:latin typeface="Cambria" panose="02040503050406030204" pitchFamily="18" charset="0"/>
                <a:cs typeface="Times New Roman" pitchFamily="18" charset="0"/>
              </a:rPr>
              <a:t>thì</a:t>
            </a:r>
            <a:r>
              <a:rPr lang="en-US" sz="2400" dirty="0">
                <a:latin typeface="Cambria" panose="02040503050406030204" pitchFamily="18" charset="0"/>
                <a:cs typeface="Times New Roman" pitchFamily="18" charset="0"/>
              </a:rPr>
              <a:t> </a:t>
            </a:r>
            <a:r>
              <a:rPr lang="en-US" sz="2400" dirty="0" err="1">
                <a:latin typeface="Cambria" panose="02040503050406030204" pitchFamily="18" charset="0"/>
                <a:cs typeface="Times New Roman" pitchFamily="18" charset="0"/>
              </a:rPr>
              <a:t>chạy</a:t>
            </a:r>
            <a:r>
              <a:rPr lang="en-US" sz="2400" dirty="0">
                <a:latin typeface="Cambria" panose="02040503050406030204" pitchFamily="18" charset="0"/>
                <a:cs typeface="Times New Roman" pitchFamily="18" charset="0"/>
              </a:rPr>
              <a:t> </a:t>
            </a:r>
            <a:r>
              <a:rPr lang="en-US" sz="2400" dirty="0" err="1">
                <a:latin typeface="Cambria" panose="02040503050406030204" pitchFamily="18" charset="0"/>
                <a:cs typeface="Times New Roman" pitchFamily="18" charset="0"/>
              </a:rPr>
              <a:t>xong</a:t>
            </a:r>
            <a:r>
              <a:rPr lang="en-US" sz="2400" dirty="0">
                <a:latin typeface="Cambria" panose="02040503050406030204" pitchFamily="18" charset="0"/>
                <a:cs typeface="Times New Roman" pitchFamily="18" charset="0"/>
              </a:rPr>
              <a:t> 6 </a:t>
            </a:r>
            <a:r>
              <a:rPr lang="en-US" sz="2400" dirty="0" err="1">
                <a:latin typeface="Cambria" panose="02040503050406030204" pitchFamily="18" charset="0"/>
                <a:cs typeface="Times New Roman" pitchFamily="18" charset="0"/>
              </a:rPr>
              <a:t>dòng</a:t>
            </a:r>
            <a:r>
              <a:rPr lang="en-US" sz="2400" dirty="0">
                <a:latin typeface="Cambria" panose="02040503050406030204" pitchFamily="18" charset="0"/>
                <a:cs typeface="Times New Roman" pitchFamily="18" charset="0"/>
              </a:rPr>
              <a:t> </a:t>
            </a:r>
            <a:r>
              <a:rPr lang="en-US" sz="2400" dirty="0" err="1">
                <a:latin typeface="Cambria" panose="02040503050406030204" pitchFamily="18" charset="0"/>
                <a:cs typeface="Times New Roman" pitchFamily="18" charset="0"/>
              </a:rPr>
              <a:t>lệnh</a:t>
            </a:r>
            <a:r>
              <a:rPr lang="en-US" sz="2400" dirty="0">
                <a:latin typeface="Cambria" panose="02040503050406030204" pitchFamily="18" charset="0"/>
                <a:cs typeface="Times New Roman" pitchFamily="18" charset="0"/>
              </a:rPr>
              <a:t> </a:t>
            </a:r>
            <a:r>
              <a:rPr lang="en-US" sz="2400" dirty="0" err="1">
                <a:latin typeface="Cambria" panose="02040503050406030204" pitchFamily="18" charset="0"/>
                <a:cs typeface="Times New Roman" pitchFamily="18" charset="0"/>
              </a:rPr>
              <a:t>ở</a:t>
            </a:r>
            <a:r>
              <a:rPr lang="en-US" sz="2400" dirty="0">
                <a:latin typeface="Cambria" panose="02040503050406030204" pitchFamily="18" charset="0"/>
                <a:cs typeface="Times New Roman" pitchFamily="18" charset="0"/>
              </a:rPr>
              <a:t> </a:t>
            </a:r>
            <a:r>
              <a:rPr lang="en-US" sz="2400" dirty="0" err="1">
                <a:latin typeface="Cambria" panose="02040503050406030204" pitchFamily="18" charset="0"/>
                <a:cs typeface="Times New Roman" pitchFamily="18" charset="0"/>
              </a:rPr>
              <a:t>trên</a:t>
            </a:r>
            <a:r>
              <a:rPr lang="en-US" sz="2400" dirty="0">
                <a:latin typeface="Cambria" panose="02040503050406030204" pitchFamily="18" charset="0"/>
                <a:cs typeface="Times New Roman" pitchFamily="18" charset="0"/>
              </a:rPr>
              <a:t>, </a:t>
            </a:r>
            <a:r>
              <a:rPr lang="en-US" sz="2400" dirty="0" err="1">
                <a:latin typeface="Cambria" panose="02040503050406030204" pitchFamily="18" charset="0"/>
                <a:cs typeface="Times New Roman" pitchFamily="18" charset="0"/>
              </a:rPr>
              <a:t>giá</a:t>
            </a:r>
            <a:r>
              <a:rPr lang="en-US" sz="2400" dirty="0">
                <a:latin typeface="Cambria" panose="02040503050406030204" pitchFamily="18" charset="0"/>
                <a:cs typeface="Times New Roman" pitchFamily="18" charset="0"/>
              </a:rPr>
              <a:t> </a:t>
            </a:r>
            <a:r>
              <a:rPr lang="en-US" sz="2400" dirty="0" err="1">
                <a:latin typeface="Cambria" panose="02040503050406030204" pitchFamily="18" charset="0"/>
                <a:cs typeface="Times New Roman" pitchFamily="18" charset="0"/>
              </a:rPr>
              <a:t>trị</a:t>
            </a:r>
            <a:r>
              <a:rPr lang="en-US" sz="2400" dirty="0">
                <a:latin typeface="Cambria" panose="02040503050406030204" pitchFamily="18" charset="0"/>
                <a:cs typeface="Times New Roman" pitchFamily="18" charset="0"/>
              </a:rPr>
              <a:t> g </a:t>
            </a:r>
            <a:r>
              <a:rPr lang="en-US" sz="2400" dirty="0" err="1">
                <a:latin typeface="Cambria" panose="02040503050406030204" pitchFamily="18" charset="0"/>
                <a:cs typeface="Times New Roman" pitchFamily="18" charset="0"/>
              </a:rPr>
              <a:t>xuất</a:t>
            </a:r>
            <a:r>
              <a:rPr lang="en-US" sz="2400" dirty="0">
                <a:latin typeface="Cambria" panose="02040503050406030204" pitchFamily="18" charset="0"/>
                <a:cs typeface="Times New Roman" pitchFamily="18" charset="0"/>
              </a:rPr>
              <a:t> </a:t>
            </a:r>
            <a:r>
              <a:rPr lang="en-US" sz="2400" dirty="0" err="1">
                <a:latin typeface="Cambria" panose="02040503050406030204" pitchFamily="18" charset="0"/>
                <a:cs typeface="Times New Roman" pitchFamily="18" charset="0"/>
              </a:rPr>
              <a:t>ra</a:t>
            </a:r>
            <a:r>
              <a:rPr lang="en-US" sz="2400" dirty="0">
                <a:latin typeface="Cambria" panose="02040503050406030204" pitchFamily="18" charset="0"/>
                <a:cs typeface="Times New Roman" pitchFamily="18" charset="0"/>
              </a:rPr>
              <a:t> </a:t>
            </a:r>
            <a:r>
              <a:rPr lang="en-US" sz="2400" dirty="0" err="1">
                <a:latin typeface="Cambria" panose="02040503050406030204" pitchFamily="18" charset="0"/>
                <a:cs typeface="Times New Roman" pitchFamily="18" charset="0"/>
              </a:rPr>
              <a:t>màn</a:t>
            </a:r>
            <a:r>
              <a:rPr lang="en-US" sz="2400" dirty="0">
                <a:latin typeface="Cambria" panose="02040503050406030204" pitchFamily="18" charset="0"/>
                <a:cs typeface="Times New Roman" pitchFamily="18" charset="0"/>
              </a:rPr>
              <a:t> </a:t>
            </a:r>
            <a:r>
              <a:rPr lang="en-US" sz="2400" dirty="0" err="1">
                <a:latin typeface="Cambria" panose="02040503050406030204" pitchFamily="18" charset="0"/>
                <a:cs typeface="Times New Roman" pitchFamily="18" charset="0"/>
              </a:rPr>
              <a:t>hình</a:t>
            </a:r>
            <a:r>
              <a:rPr lang="en-US" sz="2400" dirty="0">
                <a:latin typeface="Cambria" panose="02040503050406030204" pitchFamily="18" charset="0"/>
                <a:cs typeface="Times New Roman" pitchFamily="18" charset="0"/>
              </a:rPr>
              <a:t> bao </a:t>
            </a:r>
            <a:r>
              <a:rPr lang="en-US" sz="2400" dirty="0" err="1">
                <a:latin typeface="Cambria" panose="02040503050406030204" pitchFamily="18" charset="0"/>
                <a:cs typeface="Times New Roman" pitchFamily="18" charset="0"/>
              </a:rPr>
              <a:t>nhiêu</a:t>
            </a:r>
            <a:r>
              <a:rPr lang="en-US" sz="2400" dirty="0">
                <a:latin typeface="Cambria" panose="02040503050406030204" pitchFamily="18" charset="0"/>
                <a:cs typeface="Times New Roman" pitchFamily="18" charset="0"/>
              </a:rPr>
              <a:t>?</a:t>
            </a:r>
            <a:endParaRPr lang="en-US" sz="2800" dirty="0">
              <a:latin typeface="Cambria" panose="02040503050406030204" pitchFamily="18" charset="0"/>
              <a:cs typeface="Times New Roman" pitchFamily="18" charset="0"/>
            </a:endParaRPr>
          </a:p>
        </p:txBody>
      </p:sp>
      <p:sp>
        <p:nvSpPr>
          <p:cNvPr id="6148" name="Slide Number Placeholder 3">
            <a:extLst>
              <a:ext uri="{FF2B5EF4-FFF2-40B4-BE49-F238E27FC236}">
                <a16:creationId xmlns:a16="http://schemas.microsoft.com/office/drawing/2014/main" id="{6387F6B7-3E78-4DC2-ACF4-7A9010C88B16}"/>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E46C0A"/>
              </a:buClr>
              <a:buFont typeface="Wingdings" panose="05000000000000000000" pitchFamily="2" charset="2"/>
              <a:buChar char="v"/>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742950" indent="-285750">
              <a:spcBef>
                <a:spcPct val="20000"/>
              </a:spcBef>
              <a:buClr>
                <a:srgbClr val="E46C0A"/>
              </a:buClr>
              <a:buFont typeface="Wingdings" panose="05000000000000000000" pitchFamily="2" charset="2"/>
              <a:buChar char="q"/>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marL="1143000" indent="-228600">
              <a:spcBef>
                <a:spcPct val="20000"/>
              </a:spcBef>
              <a:buClr>
                <a:srgbClr val="E46C0A"/>
              </a:buClr>
              <a:buFont typeface="Wingdings" panose="05000000000000000000" pitchFamily="2" charset="2"/>
              <a:buChar char="Ø"/>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3pPr>
            <a:lvl4pPr marL="1600200" indent="-228600">
              <a:spcBef>
                <a:spcPct val="20000"/>
              </a:spcBef>
              <a:buClr>
                <a:srgbClr val="E46C0A"/>
              </a:buClr>
              <a:buFont typeface="Courier New" panose="02070309020205020404" pitchFamily="49" charset="0"/>
              <a:buChar char="o"/>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4pPr>
            <a:lvl5pPr marL="2057400" indent="-228600">
              <a:spcBef>
                <a:spcPct val="20000"/>
              </a:spcBef>
              <a:buFont typeface="Arial" panose="020B0604020202020204" pitchFamily="34" charset="0"/>
              <a:buChar char="»"/>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9pPr>
          </a:lstStyle>
          <a:p>
            <a:pPr>
              <a:spcBef>
                <a:spcPct val="0"/>
              </a:spcBef>
              <a:buClrTx/>
              <a:buFontTx/>
              <a:buNone/>
            </a:pPr>
            <a:fld id="{E4B56E55-BAAA-4880-94A1-7A8094250C64}" type="slidenum">
              <a:rPr lang="en-US" altLang="en-US" sz="1400" smtClean="0">
                <a:solidFill>
                  <a:srgbClr val="002060"/>
                </a:solidFill>
                <a:latin typeface="Arial" panose="020B0604020202020204" pitchFamily="34" charset="0"/>
                <a:cs typeface="Arial" panose="020B0604020202020204" pitchFamily="34" charset="0"/>
              </a:rPr>
              <a:pPr>
                <a:spcBef>
                  <a:spcPct val="0"/>
                </a:spcBef>
                <a:buClrTx/>
                <a:buFontTx/>
                <a:buNone/>
              </a:pPr>
              <a:t>29</a:t>
            </a:fld>
            <a:endParaRPr lang="en-US" altLang="en-US" sz="1400">
              <a:solidFill>
                <a:srgbClr val="002060"/>
              </a:solidFill>
              <a:latin typeface="Arial" panose="020B0604020202020204" pitchFamily="34" charset="0"/>
              <a:cs typeface="Arial" panose="020B0604020202020204" pitchFamily="34" charset="0"/>
            </a:endParaRPr>
          </a:p>
        </p:txBody>
      </p:sp>
      <p:pic>
        <p:nvPicPr>
          <p:cNvPr id="7" name="Picture 6">
            <a:extLst>
              <a:ext uri="{FF2B5EF4-FFF2-40B4-BE49-F238E27FC236}">
                <a16:creationId xmlns:a16="http://schemas.microsoft.com/office/drawing/2014/main" id="{3F44B3D0-04FA-43F1-9773-FD112C10AB9F}"/>
              </a:ext>
            </a:extLst>
          </p:cNvPr>
          <p:cNvPicPr>
            <a:picLocks noChangeAspect="1"/>
          </p:cNvPicPr>
          <p:nvPr/>
        </p:nvPicPr>
        <p:blipFill>
          <a:blip r:embed="rId2"/>
          <a:stretch>
            <a:fillRect/>
          </a:stretch>
        </p:blipFill>
        <p:spPr>
          <a:xfrm>
            <a:off x="1981200" y="3419177"/>
            <a:ext cx="3181350" cy="1857375"/>
          </a:xfrm>
          <a:prstGeom prst="rect">
            <a:avLst/>
          </a:prstGeom>
        </p:spPr>
      </p:pic>
      <p:cxnSp>
        <p:nvCxnSpPr>
          <p:cNvPr id="8" name="Straight Arrow Connector 7">
            <a:extLst>
              <a:ext uri="{FF2B5EF4-FFF2-40B4-BE49-F238E27FC236}">
                <a16:creationId xmlns:a16="http://schemas.microsoft.com/office/drawing/2014/main" id="{464A2E3F-8E8D-45C4-81F6-9E62164E959C}"/>
              </a:ext>
            </a:extLst>
          </p:cNvPr>
          <p:cNvCxnSpPr/>
          <p:nvPr/>
        </p:nvCxnSpPr>
        <p:spPr>
          <a:xfrm>
            <a:off x="3200400" y="3509665"/>
            <a:ext cx="2133600"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1272CEB8-F3AC-4A06-AFF7-2E722BC26124}"/>
              </a:ext>
            </a:extLst>
          </p:cNvPr>
          <p:cNvSpPr txBox="1"/>
          <p:nvPr/>
        </p:nvSpPr>
        <p:spPr>
          <a:xfrm>
            <a:off x="5305269" y="3276600"/>
            <a:ext cx="2152962" cy="461665"/>
          </a:xfrm>
          <a:prstGeom prst="rect">
            <a:avLst/>
          </a:prstGeom>
          <a:noFill/>
        </p:spPr>
        <p:txBody>
          <a:bodyPr wrap="none" rtlCol="0">
            <a:spAutoFit/>
          </a:bodyPr>
          <a:lstStyle/>
          <a:p>
            <a:r>
              <a:rPr lang="en-US" sz="2400" dirty="0">
                <a:solidFill>
                  <a:srgbClr val="00B050"/>
                </a:solidFill>
                <a:latin typeface="Cambria" panose="02040503050406030204" pitchFamily="18" charset="0"/>
              </a:rPr>
              <a:t>Global variable</a:t>
            </a:r>
          </a:p>
        </p:txBody>
      </p:sp>
      <p:cxnSp>
        <p:nvCxnSpPr>
          <p:cNvPr id="10" name="Straight Arrow Connector 9">
            <a:extLst>
              <a:ext uri="{FF2B5EF4-FFF2-40B4-BE49-F238E27FC236}">
                <a16:creationId xmlns:a16="http://schemas.microsoft.com/office/drawing/2014/main" id="{09260CDC-BDBB-4DFE-BDC5-5153ABFB6508}"/>
              </a:ext>
            </a:extLst>
          </p:cNvPr>
          <p:cNvCxnSpPr/>
          <p:nvPr/>
        </p:nvCxnSpPr>
        <p:spPr>
          <a:xfrm>
            <a:off x="3962400" y="5170653"/>
            <a:ext cx="2133600"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72AA7C90-A24A-4A3D-AEC5-66F54120C581}"/>
              </a:ext>
            </a:extLst>
          </p:cNvPr>
          <p:cNvSpPr txBox="1"/>
          <p:nvPr/>
        </p:nvSpPr>
        <p:spPr>
          <a:xfrm>
            <a:off x="6067269" y="4937588"/>
            <a:ext cx="2152962" cy="461665"/>
          </a:xfrm>
          <a:prstGeom prst="rect">
            <a:avLst/>
          </a:prstGeom>
          <a:noFill/>
        </p:spPr>
        <p:txBody>
          <a:bodyPr wrap="none" rtlCol="0">
            <a:spAutoFit/>
          </a:bodyPr>
          <a:lstStyle/>
          <a:p>
            <a:r>
              <a:rPr lang="en-US" sz="2400">
                <a:solidFill>
                  <a:srgbClr val="00B050"/>
                </a:solidFill>
                <a:latin typeface="Cambria" panose="02040503050406030204" pitchFamily="18" charset="0"/>
              </a:rPr>
              <a:t>Global variable</a:t>
            </a:r>
          </a:p>
        </p:txBody>
      </p:sp>
      <p:cxnSp>
        <p:nvCxnSpPr>
          <p:cNvPr id="12" name="Straight Arrow Connector 11">
            <a:extLst>
              <a:ext uri="{FF2B5EF4-FFF2-40B4-BE49-F238E27FC236}">
                <a16:creationId xmlns:a16="http://schemas.microsoft.com/office/drawing/2014/main" id="{CB2CD4BF-B7AE-4FEE-A179-4EF6687689FB}"/>
              </a:ext>
            </a:extLst>
          </p:cNvPr>
          <p:cNvCxnSpPr/>
          <p:nvPr/>
        </p:nvCxnSpPr>
        <p:spPr>
          <a:xfrm>
            <a:off x="3933669" y="4146924"/>
            <a:ext cx="2133600"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671C7735-0637-44D1-8C91-480E20DB419E}"/>
              </a:ext>
            </a:extLst>
          </p:cNvPr>
          <p:cNvSpPr txBox="1"/>
          <p:nvPr/>
        </p:nvSpPr>
        <p:spPr>
          <a:xfrm>
            <a:off x="6038538" y="3913859"/>
            <a:ext cx="2015103" cy="461665"/>
          </a:xfrm>
          <a:prstGeom prst="rect">
            <a:avLst/>
          </a:prstGeom>
          <a:noFill/>
        </p:spPr>
        <p:txBody>
          <a:bodyPr wrap="none" rtlCol="0">
            <a:spAutoFit/>
          </a:bodyPr>
          <a:lstStyle/>
          <a:p>
            <a:r>
              <a:rPr lang="en-US" sz="2400">
                <a:solidFill>
                  <a:srgbClr val="7030A0"/>
                </a:solidFill>
                <a:latin typeface="Cambria" panose="02040503050406030204" pitchFamily="18" charset="0"/>
              </a:rPr>
              <a:t>Local variable</a:t>
            </a:r>
          </a:p>
        </p:txBody>
      </p:sp>
    </p:spTree>
    <p:extLst>
      <p:ext uri="{BB962C8B-B14F-4D97-AF65-F5344CB8AC3E}">
        <p14:creationId xmlns:p14="http://schemas.microsoft.com/office/powerpoint/2010/main" val="16340928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par>
                          <p:cTn id="7" fill="hold">
                            <p:stCondLst>
                              <p:cond delay="0"/>
                            </p:stCondLst>
                            <p:childTnLst>
                              <p:par>
                                <p:cTn id="8" presetID="10" presetClass="entr" presetSubtype="0" fill="hold" grpId="0" nodeType="after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par>
                          <p:cTn id="15" fill="hold">
                            <p:stCondLst>
                              <p:cond delay="0"/>
                            </p:stCondLst>
                            <p:childTnLst>
                              <p:par>
                                <p:cTn id="16" presetID="10" presetClass="entr" presetSubtype="0" fill="hold" grpId="0" nodeType="after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par>
                          <p:cTn id="23" fill="hold">
                            <p:stCondLst>
                              <p:cond delay="0"/>
                            </p:stCondLst>
                            <p:childTnLst>
                              <p:par>
                                <p:cTn id="24" presetID="10" presetClass="entr" presetSubtype="0" fill="hold" grpId="0" nodeType="afterEffect">
                                  <p:stCondLst>
                                    <p:cond delay="0"/>
                                  </p:stCondLst>
                                  <p:childTnLst>
                                    <p:set>
                                      <p:cBhvr>
                                        <p:cTn id="25" dur="1" fill="hold">
                                          <p:stCondLst>
                                            <p:cond delay="0"/>
                                          </p:stCondLst>
                                        </p:cTn>
                                        <p:tgtEl>
                                          <p:spTgt spid="11"/>
                                        </p:tgtEl>
                                        <p:attrNameLst>
                                          <p:attrName>style.visibility</p:attrName>
                                        </p:attrNameLst>
                                      </p:cBhvr>
                                      <p:to>
                                        <p:strVal val="visible"/>
                                      </p:to>
                                    </p:set>
                                    <p:animEffect transition="in" filter="fade">
                                      <p:cBhvr>
                                        <p:cTn id="26"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AD2704CE-C6D1-41A0-8FEA-203853D2A9FD}"/>
              </a:ext>
            </a:extLst>
          </p:cNvPr>
          <p:cNvSpPr>
            <a:spLocks noGrp="1"/>
          </p:cNvSpPr>
          <p:nvPr>
            <p:ph type="title"/>
          </p:nvPr>
        </p:nvSpPr>
        <p:spPr>
          <a:xfrm>
            <a:off x="152401" y="0"/>
            <a:ext cx="9028112" cy="914400"/>
          </a:xfrm>
        </p:spPr>
        <p:txBody>
          <a:bodyPr/>
          <a:lstStyle/>
          <a:p>
            <a:pPr algn="l">
              <a:lnSpc>
                <a:spcPct val="150000"/>
              </a:lnSpc>
              <a:spcBef>
                <a:spcPts val="1000"/>
              </a:spcBef>
              <a:buClr>
                <a:srgbClr val="215D9F"/>
              </a:buClr>
            </a:pPr>
            <a:r>
              <a:rPr lang="en-US" sz="3200">
                <a:solidFill>
                  <a:srgbClr val="0070C0"/>
                </a:solidFill>
              </a:rPr>
              <a:t>3. Global Variable</a:t>
            </a:r>
          </a:p>
        </p:txBody>
      </p:sp>
      <p:sp>
        <p:nvSpPr>
          <p:cNvPr id="6147" name="Content Placeholder 2">
            <a:extLst>
              <a:ext uri="{FF2B5EF4-FFF2-40B4-BE49-F238E27FC236}">
                <a16:creationId xmlns:a16="http://schemas.microsoft.com/office/drawing/2014/main" id="{B389CA34-20DF-451F-B09F-9A7C082A79F9}"/>
              </a:ext>
            </a:extLst>
          </p:cNvPr>
          <p:cNvSpPr>
            <a:spLocks noGrp="1"/>
          </p:cNvSpPr>
          <p:nvPr>
            <p:ph idx="1"/>
          </p:nvPr>
        </p:nvSpPr>
        <p:spPr>
          <a:xfrm>
            <a:off x="228600" y="1219200"/>
            <a:ext cx="8688388" cy="5715000"/>
          </a:xfrm>
        </p:spPr>
        <p:txBody>
          <a:bodyPr/>
          <a:lstStyle/>
          <a:p>
            <a:pPr marL="457200" indent="-457200" algn="just">
              <a:buFont typeface="Wingdings" pitchFamily="2" charset="2"/>
              <a:buChar char="Ø"/>
            </a:pPr>
            <a:r>
              <a:rPr lang="en-US" sz="3200">
                <a:latin typeface="Cambria" panose="02040503050406030204" pitchFamily="18" charset="0"/>
                <a:cs typeface="Times New Roman" pitchFamily="18" charset="0"/>
              </a:rPr>
              <a:t>Xem ví dụ 2:</a:t>
            </a:r>
          </a:p>
          <a:p>
            <a:pPr marL="457200" indent="-457200" algn="just">
              <a:buFont typeface="Wingdings" pitchFamily="2" charset="2"/>
              <a:buChar char="Ø"/>
            </a:pPr>
            <a:endParaRPr lang="en-US" sz="3200">
              <a:latin typeface="Cambria" panose="02040503050406030204" pitchFamily="18" charset="0"/>
              <a:cs typeface="Times New Roman" pitchFamily="18" charset="0"/>
            </a:endParaRPr>
          </a:p>
          <a:p>
            <a:pPr marL="457200" indent="-457200" algn="just">
              <a:buFont typeface="Wingdings" pitchFamily="2" charset="2"/>
              <a:buChar char="Ø"/>
            </a:pPr>
            <a:endParaRPr lang="en-US" sz="3200">
              <a:latin typeface="Cambria" panose="02040503050406030204" pitchFamily="18" charset="0"/>
              <a:cs typeface="Times New Roman" pitchFamily="18" charset="0"/>
            </a:endParaRPr>
          </a:p>
          <a:p>
            <a:pPr marL="457200" indent="-457200" algn="just">
              <a:buFont typeface="Wingdings" pitchFamily="2" charset="2"/>
              <a:buChar char="Ø"/>
            </a:pPr>
            <a:endParaRPr lang="en-US" sz="3200">
              <a:latin typeface="Cambria" panose="02040503050406030204" pitchFamily="18" charset="0"/>
              <a:cs typeface="Times New Roman" pitchFamily="18" charset="0"/>
            </a:endParaRPr>
          </a:p>
          <a:p>
            <a:pPr marL="457200" indent="-457200" algn="just">
              <a:buFont typeface="Wingdings" pitchFamily="2" charset="2"/>
              <a:buChar char="Ø"/>
            </a:pPr>
            <a:endParaRPr lang="en-US" sz="3200">
              <a:latin typeface="Cambria" panose="02040503050406030204" pitchFamily="18" charset="0"/>
              <a:cs typeface="Times New Roman" pitchFamily="18" charset="0"/>
            </a:endParaRPr>
          </a:p>
          <a:p>
            <a:pPr marL="457200" indent="-457200" algn="just">
              <a:buFont typeface="Wingdings" pitchFamily="2" charset="2"/>
              <a:buChar char="Ø"/>
            </a:pPr>
            <a:r>
              <a:rPr lang="en-US" sz="2800">
                <a:latin typeface="Cambria" panose="02040503050406030204" pitchFamily="18" charset="0"/>
                <a:cs typeface="Times New Roman" pitchFamily="18" charset="0"/>
              </a:rPr>
              <a:t>Theo bạn thì chạy xong 7 dòng lệnh ở trên, giá trị g xuất ra màn hình bao nhiêu?</a:t>
            </a:r>
          </a:p>
          <a:p>
            <a:pPr marL="457200" indent="-457200" algn="just">
              <a:buFont typeface="Wingdings" pitchFamily="2" charset="2"/>
              <a:buChar char="Ø"/>
            </a:pPr>
            <a:r>
              <a:rPr lang="en-US" sz="2800">
                <a:latin typeface="Cambria" panose="02040503050406030204" pitchFamily="18" charset="0"/>
                <a:cs typeface="Times New Roman" pitchFamily="18" charset="0"/>
              </a:rPr>
              <a:t>Global cho phép ta tham chiếu sử dụng đ</a:t>
            </a:r>
            <a:r>
              <a:rPr lang="vi-VN" sz="2800">
                <a:latin typeface="Cambria" panose="02040503050406030204" pitchFamily="18" charset="0"/>
                <a:cs typeface="Times New Roman" pitchFamily="18" charset="0"/>
              </a:rPr>
              <a:t>ư</a:t>
            </a:r>
            <a:r>
              <a:rPr lang="en-US" sz="2800">
                <a:latin typeface="Cambria" panose="02040503050406030204" pitchFamily="18" charset="0"/>
                <a:cs typeface="Times New Roman" pitchFamily="18" charset="0"/>
              </a:rPr>
              <a:t>ợc biến Global.</a:t>
            </a:r>
            <a:endParaRPr lang="en-US" sz="3200">
              <a:latin typeface="Cambria" panose="02040503050406030204" pitchFamily="18" charset="0"/>
              <a:cs typeface="Times New Roman" pitchFamily="18" charset="0"/>
            </a:endParaRPr>
          </a:p>
        </p:txBody>
      </p:sp>
      <p:sp>
        <p:nvSpPr>
          <p:cNvPr id="6148" name="Slide Number Placeholder 3">
            <a:extLst>
              <a:ext uri="{FF2B5EF4-FFF2-40B4-BE49-F238E27FC236}">
                <a16:creationId xmlns:a16="http://schemas.microsoft.com/office/drawing/2014/main" id="{6387F6B7-3E78-4DC2-ACF4-7A9010C88B16}"/>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E46C0A"/>
              </a:buClr>
              <a:buFont typeface="Wingdings" panose="05000000000000000000" pitchFamily="2" charset="2"/>
              <a:buChar char="v"/>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742950" indent="-285750">
              <a:spcBef>
                <a:spcPct val="20000"/>
              </a:spcBef>
              <a:buClr>
                <a:srgbClr val="E46C0A"/>
              </a:buClr>
              <a:buFont typeface="Wingdings" panose="05000000000000000000" pitchFamily="2" charset="2"/>
              <a:buChar char="q"/>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marL="1143000" indent="-228600">
              <a:spcBef>
                <a:spcPct val="20000"/>
              </a:spcBef>
              <a:buClr>
                <a:srgbClr val="E46C0A"/>
              </a:buClr>
              <a:buFont typeface="Wingdings" panose="05000000000000000000" pitchFamily="2" charset="2"/>
              <a:buChar char="Ø"/>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3pPr>
            <a:lvl4pPr marL="1600200" indent="-228600">
              <a:spcBef>
                <a:spcPct val="20000"/>
              </a:spcBef>
              <a:buClr>
                <a:srgbClr val="E46C0A"/>
              </a:buClr>
              <a:buFont typeface="Courier New" panose="02070309020205020404" pitchFamily="49" charset="0"/>
              <a:buChar char="o"/>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4pPr>
            <a:lvl5pPr marL="2057400" indent="-228600">
              <a:spcBef>
                <a:spcPct val="20000"/>
              </a:spcBef>
              <a:buFont typeface="Arial" panose="020B0604020202020204" pitchFamily="34" charset="0"/>
              <a:buChar char="»"/>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9pPr>
          </a:lstStyle>
          <a:p>
            <a:pPr>
              <a:spcBef>
                <a:spcPct val="0"/>
              </a:spcBef>
              <a:buClrTx/>
              <a:buFontTx/>
              <a:buNone/>
            </a:pPr>
            <a:fld id="{E4B56E55-BAAA-4880-94A1-7A8094250C64}" type="slidenum">
              <a:rPr lang="en-US" altLang="en-US" sz="1400" smtClean="0">
                <a:solidFill>
                  <a:srgbClr val="002060"/>
                </a:solidFill>
                <a:latin typeface="Arial" panose="020B0604020202020204" pitchFamily="34" charset="0"/>
                <a:cs typeface="Arial" panose="020B0604020202020204" pitchFamily="34" charset="0"/>
              </a:rPr>
              <a:pPr>
                <a:spcBef>
                  <a:spcPct val="0"/>
                </a:spcBef>
                <a:buClrTx/>
                <a:buFontTx/>
                <a:buNone/>
              </a:pPr>
              <a:t>30</a:t>
            </a:fld>
            <a:endParaRPr lang="en-US" altLang="en-US" sz="1400">
              <a:solidFill>
                <a:srgbClr val="002060"/>
              </a:solidFill>
              <a:latin typeface="Arial" panose="020B0604020202020204" pitchFamily="34" charset="0"/>
              <a:cs typeface="Arial" panose="020B0604020202020204" pitchFamily="34" charset="0"/>
            </a:endParaRPr>
          </a:p>
        </p:txBody>
      </p:sp>
      <p:pic>
        <p:nvPicPr>
          <p:cNvPr id="14" name="Picture 13">
            <a:extLst>
              <a:ext uri="{FF2B5EF4-FFF2-40B4-BE49-F238E27FC236}">
                <a16:creationId xmlns:a16="http://schemas.microsoft.com/office/drawing/2014/main" id="{16E90030-1EE0-44DE-A985-BA4926CACFC4}"/>
              </a:ext>
            </a:extLst>
          </p:cNvPr>
          <p:cNvPicPr>
            <a:picLocks noChangeAspect="1"/>
          </p:cNvPicPr>
          <p:nvPr/>
        </p:nvPicPr>
        <p:blipFill>
          <a:blip r:embed="rId2"/>
          <a:stretch>
            <a:fillRect/>
          </a:stretch>
        </p:blipFill>
        <p:spPr>
          <a:xfrm>
            <a:off x="3429000" y="1371600"/>
            <a:ext cx="3962400" cy="2441815"/>
          </a:xfrm>
          <a:prstGeom prst="rect">
            <a:avLst/>
          </a:prstGeom>
        </p:spPr>
      </p:pic>
    </p:spTree>
    <p:extLst>
      <p:ext uri="{BB962C8B-B14F-4D97-AF65-F5344CB8AC3E}">
        <p14:creationId xmlns:p14="http://schemas.microsoft.com/office/powerpoint/2010/main" val="3732993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147">
                                            <p:txEl>
                                              <p:pRg st="5" end="5"/>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147">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AD2704CE-C6D1-41A0-8FEA-203853D2A9FD}"/>
              </a:ext>
            </a:extLst>
          </p:cNvPr>
          <p:cNvSpPr>
            <a:spLocks noGrp="1"/>
          </p:cNvSpPr>
          <p:nvPr>
            <p:ph type="title"/>
          </p:nvPr>
        </p:nvSpPr>
        <p:spPr>
          <a:xfrm>
            <a:off x="152401" y="0"/>
            <a:ext cx="9028112" cy="914400"/>
          </a:xfrm>
        </p:spPr>
        <p:txBody>
          <a:bodyPr/>
          <a:lstStyle/>
          <a:p>
            <a:pPr algn="l">
              <a:lnSpc>
                <a:spcPct val="150000"/>
              </a:lnSpc>
              <a:spcBef>
                <a:spcPts val="1000"/>
              </a:spcBef>
              <a:buClr>
                <a:srgbClr val="215D9F"/>
              </a:buClr>
            </a:pPr>
            <a:r>
              <a:rPr lang="en-US" sz="3200">
                <a:solidFill>
                  <a:srgbClr val="0070C0"/>
                </a:solidFill>
              </a:rPr>
              <a:t>3. Global Variable</a:t>
            </a:r>
          </a:p>
        </p:txBody>
      </p:sp>
      <p:sp>
        <p:nvSpPr>
          <p:cNvPr id="6147" name="Content Placeholder 2">
            <a:extLst>
              <a:ext uri="{FF2B5EF4-FFF2-40B4-BE49-F238E27FC236}">
                <a16:creationId xmlns:a16="http://schemas.microsoft.com/office/drawing/2014/main" id="{B389CA34-20DF-451F-B09F-9A7C082A79F9}"/>
              </a:ext>
            </a:extLst>
          </p:cNvPr>
          <p:cNvSpPr>
            <a:spLocks noGrp="1"/>
          </p:cNvSpPr>
          <p:nvPr>
            <p:ph idx="1"/>
          </p:nvPr>
        </p:nvSpPr>
        <p:spPr>
          <a:xfrm>
            <a:off x="228600" y="1219200"/>
            <a:ext cx="8688388" cy="5715000"/>
          </a:xfrm>
        </p:spPr>
        <p:txBody>
          <a:bodyPr/>
          <a:lstStyle/>
          <a:p>
            <a:pPr marL="457200" indent="-457200" algn="just">
              <a:buFont typeface="Wingdings" pitchFamily="2" charset="2"/>
              <a:buChar char="Ø"/>
            </a:pPr>
            <a:r>
              <a:rPr lang="en-US" sz="3600">
                <a:latin typeface="Times New Roman" panose="02020603050405020304" pitchFamily="18" charset="0"/>
                <a:cs typeface="Times New Roman" panose="02020603050405020304" pitchFamily="18" charset="0"/>
              </a:rPr>
              <a:t>Xem ví dụ 3:</a:t>
            </a:r>
          </a:p>
          <a:p>
            <a:pPr marL="457200" indent="-457200" algn="just">
              <a:buFont typeface="Wingdings" pitchFamily="2" charset="2"/>
              <a:buChar char="Ø"/>
            </a:pPr>
            <a:endParaRPr lang="en-US" sz="3600">
              <a:latin typeface="Times New Roman" panose="02020603050405020304" pitchFamily="18" charset="0"/>
              <a:cs typeface="Times New Roman" panose="02020603050405020304" pitchFamily="18" charset="0"/>
            </a:endParaRPr>
          </a:p>
          <a:p>
            <a:pPr marL="457200" indent="-457200" algn="just">
              <a:buFont typeface="Wingdings" pitchFamily="2" charset="2"/>
              <a:buChar char="Ø"/>
            </a:pPr>
            <a:endParaRPr lang="en-US" sz="3600">
              <a:latin typeface="Times New Roman" panose="02020603050405020304" pitchFamily="18" charset="0"/>
              <a:cs typeface="Times New Roman" panose="02020603050405020304" pitchFamily="18" charset="0"/>
            </a:endParaRPr>
          </a:p>
          <a:p>
            <a:pPr marL="457200" indent="-457200" algn="just">
              <a:buFont typeface="Wingdings" pitchFamily="2" charset="2"/>
              <a:buChar char="Ø"/>
            </a:pPr>
            <a:endParaRPr lang="en-US" sz="3600">
              <a:latin typeface="Times New Roman" panose="02020603050405020304" pitchFamily="18" charset="0"/>
              <a:cs typeface="Times New Roman" panose="02020603050405020304" pitchFamily="18" charset="0"/>
            </a:endParaRPr>
          </a:p>
          <a:p>
            <a:pPr marL="457200" indent="-457200" algn="just">
              <a:buFont typeface="Wingdings" pitchFamily="2" charset="2"/>
              <a:buChar char="Ø"/>
            </a:pPr>
            <a:r>
              <a:rPr lang="en-US" sz="3200">
                <a:latin typeface="Times New Roman" panose="02020603050405020304" pitchFamily="18" charset="0"/>
                <a:cs typeface="Times New Roman" panose="02020603050405020304" pitchFamily="18" charset="0"/>
              </a:rPr>
              <a:t>g dòng 3 báo lỗi, vì g ở trong hàm không có lấy g ở ngoài (khai báo ở dòng 1)</a:t>
            </a:r>
            <a:endParaRPr lang="en-US" sz="3600">
              <a:latin typeface="Times New Roman" panose="02020603050405020304" pitchFamily="18" charset="0"/>
              <a:cs typeface="Times New Roman" panose="02020603050405020304" pitchFamily="18" charset="0"/>
            </a:endParaRPr>
          </a:p>
        </p:txBody>
      </p:sp>
      <p:sp>
        <p:nvSpPr>
          <p:cNvPr id="6148" name="Slide Number Placeholder 3">
            <a:extLst>
              <a:ext uri="{FF2B5EF4-FFF2-40B4-BE49-F238E27FC236}">
                <a16:creationId xmlns:a16="http://schemas.microsoft.com/office/drawing/2014/main" id="{6387F6B7-3E78-4DC2-ACF4-7A9010C88B16}"/>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E46C0A"/>
              </a:buClr>
              <a:buFont typeface="Wingdings" panose="05000000000000000000" pitchFamily="2" charset="2"/>
              <a:buChar char="v"/>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742950" indent="-285750">
              <a:spcBef>
                <a:spcPct val="20000"/>
              </a:spcBef>
              <a:buClr>
                <a:srgbClr val="E46C0A"/>
              </a:buClr>
              <a:buFont typeface="Wingdings" panose="05000000000000000000" pitchFamily="2" charset="2"/>
              <a:buChar char="q"/>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marL="1143000" indent="-228600">
              <a:spcBef>
                <a:spcPct val="20000"/>
              </a:spcBef>
              <a:buClr>
                <a:srgbClr val="E46C0A"/>
              </a:buClr>
              <a:buFont typeface="Wingdings" panose="05000000000000000000" pitchFamily="2" charset="2"/>
              <a:buChar char="Ø"/>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3pPr>
            <a:lvl4pPr marL="1600200" indent="-228600">
              <a:spcBef>
                <a:spcPct val="20000"/>
              </a:spcBef>
              <a:buClr>
                <a:srgbClr val="E46C0A"/>
              </a:buClr>
              <a:buFont typeface="Courier New" panose="02070309020205020404" pitchFamily="49" charset="0"/>
              <a:buChar char="o"/>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4pPr>
            <a:lvl5pPr marL="2057400" indent="-228600">
              <a:spcBef>
                <a:spcPct val="20000"/>
              </a:spcBef>
              <a:buFont typeface="Arial" panose="020B0604020202020204" pitchFamily="34" charset="0"/>
              <a:buChar char="»"/>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9pPr>
          </a:lstStyle>
          <a:p>
            <a:pPr>
              <a:spcBef>
                <a:spcPct val="0"/>
              </a:spcBef>
              <a:buClrTx/>
              <a:buFontTx/>
              <a:buNone/>
            </a:pPr>
            <a:fld id="{E4B56E55-BAAA-4880-94A1-7A8094250C64}" type="slidenum">
              <a:rPr lang="en-US" altLang="en-US" sz="1400" smtClean="0">
                <a:solidFill>
                  <a:srgbClr val="002060"/>
                </a:solidFill>
                <a:latin typeface="Arial" panose="020B0604020202020204" pitchFamily="34" charset="0"/>
                <a:cs typeface="Arial" panose="020B0604020202020204" pitchFamily="34" charset="0"/>
              </a:rPr>
              <a:pPr>
                <a:spcBef>
                  <a:spcPct val="0"/>
                </a:spcBef>
                <a:buClrTx/>
                <a:buFontTx/>
                <a:buNone/>
              </a:pPr>
              <a:t>31</a:t>
            </a:fld>
            <a:endParaRPr lang="en-US" altLang="en-US" sz="1400">
              <a:solidFill>
                <a:srgbClr val="002060"/>
              </a:solidFill>
              <a:latin typeface="Arial" panose="020B0604020202020204" pitchFamily="34" charset="0"/>
              <a:cs typeface="Arial" panose="020B0604020202020204" pitchFamily="34" charset="0"/>
            </a:endParaRPr>
          </a:p>
        </p:txBody>
      </p:sp>
      <p:pic>
        <p:nvPicPr>
          <p:cNvPr id="6" name="Picture 5">
            <a:extLst>
              <a:ext uri="{FF2B5EF4-FFF2-40B4-BE49-F238E27FC236}">
                <a16:creationId xmlns:a16="http://schemas.microsoft.com/office/drawing/2014/main" id="{D331D985-EAD6-415C-90EC-67467DE90473}"/>
              </a:ext>
            </a:extLst>
          </p:cNvPr>
          <p:cNvPicPr>
            <a:picLocks noChangeAspect="1"/>
          </p:cNvPicPr>
          <p:nvPr/>
        </p:nvPicPr>
        <p:blipFill>
          <a:blip r:embed="rId2"/>
          <a:stretch>
            <a:fillRect/>
          </a:stretch>
        </p:blipFill>
        <p:spPr>
          <a:xfrm>
            <a:off x="3657600" y="1472636"/>
            <a:ext cx="4114800" cy="1814307"/>
          </a:xfrm>
          <a:prstGeom prst="rect">
            <a:avLst/>
          </a:prstGeom>
        </p:spPr>
      </p:pic>
    </p:spTree>
    <p:extLst>
      <p:ext uri="{BB962C8B-B14F-4D97-AF65-F5344CB8AC3E}">
        <p14:creationId xmlns:p14="http://schemas.microsoft.com/office/powerpoint/2010/main" val="35575323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14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AD2704CE-C6D1-41A0-8FEA-203853D2A9FD}"/>
              </a:ext>
            </a:extLst>
          </p:cNvPr>
          <p:cNvSpPr>
            <a:spLocks noGrp="1"/>
          </p:cNvSpPr>
          <p:nvPr>
            <p:ph type="title"/>
          </p:nvPr>
        </p:nvSpPr>
        <p:spPr>
          <a:xfrm>
            <a:off x="152401" y="0"/>
            <a:ext cx="9028112" cy="914400"/>
          </a:xfrm>
        </p:spPr>
        <p:txBody>
          <a:bodyPr/>
          <a:lstStyle/>
          <a:p>
            <a:pPr algn="l">
              <a:lnSpc>
                <a:spcPct val="150000"/>
              </a:lnSpc>
              <a:spcBef>
                <a:spcPts val="1000"/>
              </a:spcBef>
              <a:buClr>
                <a:srgbClr val="215D9F"/>
              </a:buClr>
            </a:pPr>
            <a:r>
              <a:rPr lang="en-US" sz="3200">
                <a:solidFill>
                  <a:srgbClr val="0070C0"/>
                </a:solidFill>
              </a:rPr>
              <a:t>3. Parameter mặc định</a:t>
            </a:r>
          </a:p>
        </p:txBody>
      </p:sp>
      <p:sp>
        <p:nvSpPr>
          <p:cNvPr id="6147" name="Content Placeholder 2">
            <a:extLst>
              <a:ext uri="{FF2B5EF4-FFF2-40B4-BE49-F238E27FC236}">
                <a16:creationId xmlns:a16="http://schemas.microsoft.com/office/drawing/2014/main" id="{B389CA34-20DF-451F-B09F-9A7C082A79F9}"/>
              </a:ext>
            </a:extLst>
          </p:cNvPr>
          <p:cNvSpPr>
            <a:spLocks noGrp="1"/>
          </p:cNvSpPr>
          <p:nvPr>
            <p:ph idx="1"/>
          </p:nvPr>
        </p:nvSpPr>
        <p:spPr>
          <a:xfrm>
            <a:off x="228600" y="1219200"/>
            <a:ext cx="8688388" cy="5715000"/>
          </a:xfrm>
        </p:spPr>
        <p:txBody>
          <a:bodyPr/>
          <a:lstStyle/>
          <a:p>
            <a:pPr marL="457200" indent="-457200" algn="just">
              <a:lnSpc>
                <a:spcPct val="150000"/>
              </a:lnSpc>
              <a:buFont typeface="Wingdings" pitchFamily="2" charset="2"/>
              <a:buChar char="Ø"/>
            </a:pPr>
            <a:r>
              <a:rPr lang="en-US" sz="2800">
                <a:latin typeface="Times New Roman" panose="02020603050405020304" pitchFamily="18" charset="0"/>
                <a:cs typeface="Times New Roman" panose="02020603050405020304" pitchFamily="18" charset="0"/>
              </a:rPr>
              <a:t>Python hỗ trợ Parameter mặc định khi Khai báo hàm.</a:t>
            </a:r>
          </a:p>
          <a:p>
            <a:pPr marL="457200" indent="-457200" algn="just">
              <a:lnSpc>
                <a:spcPct val="150000"/>
              </a:lnSpc>
              <a:buFont typeface="Wingdings" pitchFamily="2" charset="2"/>
              <a:buChar char="Ø"/>
            </a:pPr>
            <a:r>
              <a:rPr lang="en-US" sz="2800">
                <a:latin typeface="Times New Roman" panose="02020603050405020304" pitchFamily="18" charset="0"/>
                <a:cs typeface="Times New Roman" panose="02020603050405020304" pitchFamily="18" charset="0"/>
              </a:rPr>
              <a:t>Hàm print ta sử dụng cũng có các parameter mặc định</a:t>
            </a:r>
          </a:p>
        </p:txBody>
      </p:sp>
      <p:sp>
        <p:nvSpPr>
          <p:cNvPr id="6148" name="Slide Number Placeholder 3">
            <a:extLst>
              <a:ext uri="{FF2B5EF4-FFF2-40B4-BE49-F238E27FC236}">
                <a16:creationId xmlns:a16="http://schemas.microsoft.com/office/drawing/2014/main" id="{6387F6B7-3E78-4DC2-ACF4-7A9010C88B16}"/>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E46C0A"/>
              </a:buClr>
              <a:buFont typeface="Wingdings" panose="05000000000000000000" pitchFamily="2" charset="2"/>
              <a:buChar char="v"/>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742950" indent="-285750">
              <a:spcBef>
                <a:spcPct val="20000"/>
              </a:spcBef>
              <a:buClr>
                <a:srgbClr val="E46C0A"/>
              </a:buClr>
              <a:buFont typeface="Wingdings" panose="05000000000000000000" pitchFamily="2" charset="2"/>
              <a:buChar char="q"/>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marL="1143000" indent="-228600">
              <a:spcBef>
                <a:spcPct val="20000"/>
              </a:spcBef>
              <a:buClr>
                <a:srgbClr val="E46C0A"/>
              </a:buClr>
              <a:buFont typeface="Wingdings" panose="05000000000000000000" pitchFamily="2" charset="2"/>
              <a:buChar char="Ø"/>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3pPr>
            <a:lvl4pPr marL="1600200" indent="-228600">
              <a:spcBef>
                <a:spcPct val="20000"/>
              </a:spcBef>
              <a:buClr>
                <a:srgbClr val="E46C0A"/>
              </a:buClr>
              <a:buFont typeface="Courier New" panose="02070309020205020404" pitchFamily="49" charset="0"/>
              <a:buChar char="o"/>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4pPr>
            <a:lvl5pPr marL="2057400" indent="-228600">
              <a:spcBef>
                <a:spcPct val="20000"/>
              </a:spcBef>
              <a:buFont typeface="Arial" panose="020B0604020202020204" pitchFamily="34" charset="0"/>
              <a:buChar char="»"/>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9pPr>
          </a:lstStyle>
          <a:p>
            <a:pPr>
              <a:spcBef>
                <a:spcPct val="0"/>
              </a:spcBef>
              <a:buClrTx/>
              <a:buFontTx/>
              <a:buNone/>
            </a:pPr>
            <a:fld id="{E4B56E55-BAAA-4880-94A1-7A8094250C64}" type="slidenum">
              <a:rPr lang="en-US" altLang="en-US" sz="1400" smtClean="0">
                <a:solidFill>
                  <a:srgbClr val="002060"/>
                </a:solidFill>
                <a:latin typeface="Arial" panose="020B0604020202020204" pitchFamily="34" charset="0"/>
                <a:cs typeface="Arial" panose="020B0604020202020204" pitchFamily="34" charset="0"/>
              </a:rPr>
              <a:pPr>
                <a:spcBef>
                  <a:spcPct val="0"/>
                </a:spcBef>
                <a:buClrTx/>
                <a:buFontTx/>
                <a:buNone/>
              </a:pPr>
              <a:t>32</a:t>
            </a:fld>
            <a:endParaRPr lang="en-US" altLang="en-US" sz="1400">
              <a:solidFill>
                <a:srgbClr val="002060"/>
              </a:solidFill>
              <a:latin typeface="Arial" panose="020B0604020202020204" pitchFamily="34" charset="0"/>
              <a:cs typeface="Arial" panose="020B0604020202020204" pitchFamily="34" charset="0"/>
            </a:endParaRPr>
          </a:p>
        </p:txBody>
      </p:sp>
      <p:pic>
        <p:nvPicPr>
          <p:cNvPr id="7" name="Picture 6">
            <a:extLst>
              <a:ext uri="{FF2B5EF4-FFF2-40B4-BE49-F238E27FC236}">
                <a16:creationId xmlns:a16="http://schemas.microsoft.com/office/drawing/2014/main" id="{A442EC7E-9757-4467-882A-8A31007E61C1}"/>
              </a:ext>
            </a:extLst>
          </p:cNvPr>
          <p:cNvPicPr>
            <a:picLocks noChangeAspect="1"/>
          </p:cNvPicPr>
          <p:nvPr/>
        </p:nvPicPr>
        <p:blipFill>
          <a:blip r:embed="rId2"/>
          <a:stretch>
            <a:fillRect/>
          </a:stretch>
        </p:blipFill>
        <p:spPr>
          <a:xfrm>
            <a:off x="676275" y="3064694"/>
            <a:ext cx="7791450" cy="1276350"/>
          </a:xfrm>
          <a:prstGeom prst="rect">
            <a:avLst/>
          </a:prstGeom>
        </p:spPr>
      </p:pic>
    </p:spTree>
    <p:extLst>
      <p:ext uri="{BB962C8B-B14F-4D97-AF65-F5344CB8AC3E}">
        <p14:creationId xmlns:p14="http://schemas.microsoft.com/office/powerpoint/2010/main" val="391424477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AD2704CE-C6D1-41A0-8FEA-203853D2A9FD}"/>
              </a:ext>
            </a:extLst>
          </p:cNvPr>
          <p:cNvSpPr>
            <a:spLocks noGrp="1"/>
          </p:cNvSpPr>
          <p:nvPr>
            <p:ph type="title"/>
          </p:nvPr>
        </p:nvSpPr>
        <p:spPr>
          <a:xfrm>
            <a:off x="152401" y="0"/>
            <a:ext cx="9028112" cy="914400"/>
          </a:xfrm>
        </p:spPr>
        <p:txBody>
          <a:bodyPr/>
          <a:lstStyle/>
          <a:p>
            <a:pPr algn="l">
              <a:lnSpc>
                <a:spcPct val="150000"/>
              </a:lnSpc>
              <a:spcBef>
                <a:spcPts val="1000"/>
              </a:spcBef>
              <a:buClr>
                <a:srgbClr val="215D9F"/>
              </a:buClr>
            </a:pPr>
            <a:r>
              <a:rPr lang="en-US" sz="3200">
                <a:solidFill>
                  <a:srgbClr val="0070C0"/>
                </a:solidFill>
              </a:rPr>
              <a:t>3. Parameter mặc định</a:t>
            </a:r>
          </a:p>
        </p:txBody>
      </p:sp>
      <p:sp>
        <p:nvSpPr>
          <p:cNvPr id="6147" name="Content Placeholder 2">
            <a:extLst>
              <a:ext uri="{FF2B5EF4-FFF2-40B4-BE49-F238E27FC236}">
                <a16:creationId xmlns:a16="http://schemas.microsoft.com/office/drawing/2014/main" id="{B389CA34-20DF-451F-B09F-9A7C082A79F9}"/>
              </a:ext>
            </a:extLst>
          </p:cNvPr>
          <p:cNvSpPr>
            <a:spLocks noGrp="1"/>
          </p:cNvSpPr>
          <p:nvPr>
            <p:ph idx="1"/>
          </p:nvPr>
        </p:nvSpPr>
        <p:spPr>
          <a:xfrm>
            <a:off x="228600" y="1219200"/>
            <a:ext cx="8688388" cy="5715000"/>
          </a:xfrm>
        </p:spPr>
        <p:txBody>
          <a:bodyPr/>
          <a:lstStyle/>
          <a:p>
            <a:pPr marL="457200" indent="-457200" algn="just">
              <a:buFont typeface="Wingdings" pitchFamily="2" charset="2"/>
              <a:buChar char="Ø"/>
            </a:pPr>
            <a:r>
              <a:rPr lang="en-US" sz="2800">
                <a:latin typeface="Cambria" panose="02040503050406030204" pitchFamily="18" charset="0"/>
                <a:cs typeface="Times New Roman" pitchFamily="18" charset="0"/>
              </a:rPr>
              <a:t>Vậy khi viết hàm thì ta sẽ định nghĩa các Parameter mặc định này nh</a:t>
            </a:r>
            <a:r>
              <a:rPr lang="vi-VN" sz="2800">
                <a:latin typeface="Cambria" panose="02040503050406030204" pitchFamily="18" charset="0"/>
                <a:cs typeface="Times New Roman" pitchFamily="18" charset="0"/>
              </a:rPr>
              <a:t>ư</a:t>
            </a:r>
            <a:r>
              <a:rPr lang="en-US" sz="2800">
                <a:latin typeface="Cambria" panose="02040503050406030204" pitchFamily="18" charset="0"/>
                <a:cs typeface="Times New Roman" pitchFamily="18" charset="0"/>
              </a:rPr>
              <a:t> thế nào?</a:t>
            </a:r>
          </a:p>
          <a:p>
            <a:pPr marL="457200" indent="-457200" algn="just">
              <a:spcBef>
                <a:spcPts val="600"/>
              </a:spcBef>
              <a:buFont typeface="Wingdings" pitchFamily="2" charset="2"/>
              <a:buChar char="Ø"/>
            </a:pPr>
            <a:r>
              <a:rPr lang="en-US" sz="2800">
                <a:latin typeface="Cambria" panose="02040503050406030204" pitchFamily="18" charset="0"/>
                <a:cs typeface="Times New Roman" pitchFamily="18" charset="0"/>
              </a:rPr>
              <a:t>Ví dụ:</a:t>
            </a:r>
          </a:p>
        </p:txBody>
      </p:sp>
      <p:sp>
        <p:nvSpPr>
          <p:cNvPr id="6148" name="Slide Number Placeholder 3">
            <a:extLst>
              <a:ext uri="{FF2B5EF4-FFF2-40B4-BE49-F238E27FC236}">
                <a16:creationId xmlns:a16="http://schemas.microsoft.com/office/drawing/2014/main" id="{6387F6B7-3E78-4DC2-ACF4-7A9010C88B16}"/>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E46C0A"/>
              </a:buClr>
              <a:buFont typeface="Wingdings" panose="05000000000000000000" pitchFamily="2" charset="2"/>
              <a:buChar char="v"/>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742950" indent="-285750">
              <a:spcBef>
                <a:spcPct val="20000"/>
              </a:spcBef>
              <a:buClr>
                <a:srgbClr val="E46C0A"/>
              </a:buClr>
              <a:buFont typeface="Wingdings" panose="05000000000000000000" pitchFamily="2" charset="2"/>
              <a:buChar char="q"/>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marL="1143000" indent="-228600">
              <a:spcBef>
                <a:spcPct val="20000"/>
              </a:spcBef>
              <a:buClr>
                <a:srgbClr val="E46C0A"/>
              </a:buClr>
              <a:buFont typeface="Wingdings" panose="05000000000000000000" pitchFamily="2" charset="2"/>
              <a:buChar char="Ø"/>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3pPr>
            <a:lvl4pPr marL="1600200" indent="-228600">
              <a:spcBef>
                <a:spcPct val="20000"/>
              </a:spcBef>
              <a:buClr>
                <a:srgbClr val="E46C0A"/>
              </a:buClr>
              <a:buFont typeface="Courier New" panose="02070309020205020404" pitchFamily="49" charset="0"/>
              <a:buChar char="o"/>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4pPr>
            <a:lvl5pPr marL="2057400" indent="-228600">
              <a:spcBef>
                <a:spcPct val="20000"/>
              </a:spcBef>
              <a:buFont typeface="Arial" panose="020B0604020202020204" pitchFamily="34" charset="0"/>
              <a:buChar char="»"/>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9pPr>
          </a:lstStyle>
          <a:p>
            <a:pPr>
              <a:spcBef>
                <a:spcPct val="0"/>
              </a:spcBef>
              <a:buClrTx/>
              <a:buFontTx/>
              <a:buNone/>
            </a:pPr>
            <a:fld id="{E4B56E55-BAAA-4880-94A1-7A8094250C64}" type="slidenum">
              <a:rPr lang="en-US" altLang="en-US" sz="1400" smtClean="0">
                <a:solidFill>
                  <a:srgbClr val="002060"/>
                </a:solidFill>
                <a:latin typeface="Arial" panose="020B0604020202020204" pitchFamily="34" charset="0"/>
                <a:cs typeface="Arial" panose="020B0604020202020204" pitchFamily="34" charset="0"/>
              </a:rPr>
              <a:pPr>
                <a:spcBef>
                  <a:spcPct val="0"/>
                </a:spcBef>
                <a:buClrTx/>
                <a:buFontTx/>
                <a:buNone/>
              </a:pPr>
              <a:t>33</a:t>
            </a:fld>
            <a:endParaRPr lang="en-US" altLang="en-US" sz="1400">
              <a:solidFill>
                <a:srgbClr val="002060"/>
              </a:solidFill>
              <a:latin typeface="Arial" panose="020B0604020202020204" pitchFamily="34" charset="0"/>
              <a:cs typeface="Arial" panose="020B0604020202020204" pitchFamily="34" charset="0"/>
            </a:endParaRPr>
          </a:p>
        </p:txBody>
      </p:sp>
      <p:pic>
        <p:nvPicPr>
          <p:cNvPr id="6" name="Picture 5">
            <a:extLst>
              <a:ext uri="{FF2B5EF4-FFF2-40B4-BE49-F238E27FC236}">
                <a16:creationId xmlns:a16="http://schemas.microsoft.com/office/drawing/2014/main" id="{651434A3-9996-4CF9-ABCE-11A6B3A80D67}"/>
              </a:ext>
            </a:extLst>
          </p:cNvPr>
          <p:cNvPicPr>
            <a:picLocks noChangeAspect="1"/>
          </p:cNvPicPr>
          <p:nvPr/>
        </p:nvPicPr>
        <p:blipFill>
          <a:blip r:embed="rId2"/>
          <a:stretch>
            <a:fillRect/>
          </a:stretch>
        </p:blipFill>
        <p:spPr>
          <a:xfrm>
            <a:off x="838200" y="2895600"/>
            <a:ext cx="5267324" cy="3536632"/>
          </a:xfrm>
          <a:prstGeom prst="rect">
            <a:avLst/>
          </a:prstGeom>
        </p:spPr>
      </p:pic>
    </p:spTree>
    <p:extLst>
      <p:ext uri="{BB962C8B-B14F-4D97-AF65-F5344CB8AC3E}">
        <p14:creationId xmlns:p14="http://schemas.microsoft.com/office/powerpoint/2010/main" val="1385264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147">
                                            <p:txEl>
                                              <p:pRg st="1" end="1"/>
                                            </p:txEl>
                                          </p:spTgt>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nodeType="afterEffect">
                                  <p:stCondLst>
                                    <p:cond delay="0"/>
                                  </p:stCondLst>
                                  <p:childTnLst>
                                    <p:set>
                                      <p:cBhvr>
                                        <p:cTn id="9"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AD2704CE-C6D1-41A0-8FEA-203853D2A9FD}"/>
              </a:ext>
            </a:extLst>
          </p:cNvPr>
          <p:cNvSpPr>
            <a:spLocks noGrp="1"/>
          </p:cNvSpPr>
          <p:nvPr>
            <p:ph type="title"/>
          </p:nvPr>
        </p:nvSpPr>
        <p:spPr>
          <a:xfrm>
            <a:off x="152401" y="0"/>
            <a:ext cx="9028112" cy="914400"/>
          </a:xfrm>
        </p:spPr>
        <p:txBody>
          <a:bodyPr/>
          <a:lstStyle/>
          <a:p>
            <a:pPr algn="l">
              <a:lnSpc>
                <a:spcPct val="150000"/>
              </a:lnSpc>
              <a:spcBef>
                <a:spcPts val="1000"/>
              </a:spcBef>
              <a:buClr>
                <a:srgbClr val="215D9F"/>
              </a:buClr>
            </a:pPr>
            <a:r>
              <a:rPr lang="en-US" sz="3200">
                <a:solidFill>
                  <a:srgbClr val="0070C0"/>
                </a:solidFill>
              </a:rPr>
              <a:t>3. Parameter mặc định</a:t>
            </a:r>
          </a:p>
        </p:txBody>
      </p:sp>
      <p:sp>
        <p:nvSpPr>
          <p:cNvPr id="6147" name="Content Placeholder 2">
            <a:extLst>
              <a:ext uri="{FF2B5EF4-FFF2-40B4-BE49-F238E27FC236}">
                <a16:creationId xmlns:a16="http://schemas.microsoft.com/office/drawing/2014/main" id="{B389CA34-20DF-451F-B09F-9A7C082A79F9}"/>
              </a:ext>
            </a:extLst>
          </p:cNvPr>
          <p:cNvSpPr>
            <a:spLocks noGrp="1"/>
          </p:cNvSpPr>
          <p:nvPr>
            <p:ph idx="1"/>
          </p:nvPr>
        </p:nvSpPr>
        <p:spPr>
          <a:xfrm>
            <a:off x="228600" y="1066800"/>
            <a:ext cx="8688388" cy="5715000"/>
          </a:xfrm>
        </p:spPr>
        <p:txBody>
          <a:bodyPr/>
          <a:lstStyle/>
          <a:p>
            <a:pPr marL="457200" indent="-457200" algn="just">
              <a:buFont typeface="Wingdings" pitchFamily="2" charset="2"/>
              <a:buChar char="Ø"/>
            </a:pPr>
            <a:r>
              <a:rPr lang="en-US" dirty="0" err="1">
                <a:latin typeface="Times New Roman" panose="02020603050405020304" pitchFamily="18" charset="0"/>
                <a:cs typeface="Times New Roman" panose="02020603050405020304" pitchFamily="18" charset="0"/>
              </a:rPr>
              <a:t>Chúng</a:t>
            </a:r>
            <a:r>
              <a:rPr lang="en-US" dirty="0">
                <a:latin typeface="Times New Roman" panose="02020603050405020304" pitchFamily="18" charset="0"/>
                <a:cs typeface="Times New Roman" panose="02020603050405020304" pitchFamily="18" charset="0"/>
              </a:rPr>
              <a:t> ta </a:t>
            </a:r>
            <a:r>
              <a:rPr lang="en-US" dirty="0" err="1">
                <a:latin typeface="Times New Roman" panose="02020603050405020304" pitchFamily="18" charset="0"/>
                <a:cs typeface="Times New Roman" panose="02020603050405020304" pitchFamily="18" charset="0"/>
              </a:rPr>
              <a:t>có</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thể</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cung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cấp</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giá</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trị</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mặc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định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này</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cho</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một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tham</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số</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bằng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cách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sử</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dụng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toán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tử</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gán</a:t>
            </a:r>
            <a:r>
              <a:rPr lang="en-US" dirty="0">
                <a:latin typeface="Times New Roman" panose="02020603050405020304" pitchFamily="18" charset="0"/>
                <a:cs typeface="Times New Roman" panose="02020603050405020304" pitchFamily="18" charset="0"/>
              </a:rPr>
              <a:t> “=“</a:t>
            </a:r>
          </a:p>
          <a:p>
            <a:pPr marL="457200" indent="-457200" algn="just">
              <a:buFont typeface="Wingdings" pitchFamily="2" charset="2"/>
              <a:buChar char="Ø"/>
            </a:pPr>
            <a:r>
              <a:rPr lang="en-US" sz="2800" dirty="0" err="1">
                <a:latin typeface="Times New Roman" panose="02020603050405020304" pitchFamily="18" charset="0"/>
                <a:cs typeface="Times New Roman" panose="02020603050405020304" pitchFamily="18" charset="0"/>
              </a:rPr>
              <a:t>Ví</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dụ</a:t>
            </a:r>
            <a:r>
              <a:rPr lang="en-US" sz="2800" dirty="0">
                <a:latin typeface="Times New Roman" panose="02020603050405020304" pitchFamily="18" charset="0"/>
                <a:cs typeface="Times New Roman" panose="02020603050405020304" pitchFamily="18" charset="0"/>
              </a:rPr>
              <a:t>:</a:t>
            </a:r>
          </a:p>
          <a:p>
            <a:pPr marL="457200" indent="-457200" algn="just">
              <a:spcBef>
                <a:spcPts val="600"/>
              </a:spcBef>
              <a:buFont typeface="Wingdings" pitchFamily="2" charset="2"/>
              <a:buChar char="Ø"/>
            </a:pPr>
            <a:endParaRPr lang="en-US" sz="2800" dirty="0">
              <a:latin typeface="Times New Roman" panose="02020603050405020304" pitchFamily="18" charset="0"/>
              <a:cs typeface="Times New Roman" panose="02020603050405020304" pitchFamily="18" charset="0"/>
            </a:endParaRPr>
          </a:p>
          <a:p>
            <a:pPr marL="457200" indent="-457200" algn="just">
              <a:spcBef>
                <a:spcPts val="600"/>
              </a:spcBef>
              <a:buFont typeface="Wingdings" pitchFamily="2" charset="2"/>
              <a:buChar char="Ø"/>
            </a:pPr>
            <a:endParaRPr lang="en-US" sz="2800" dirty="0">
              <a:latin typeface="Times New Roman" panose="02020603050405020304" pitchFamily="18" charset="0"/>
              <a:cs typeface="Times New Roman" panose="02020603050405020304" pitchFamily="18" charset="0"/>
            </a:endParaRPr>
          </a:p>
          <a:p>
            <a:pPr marL="457200" indent="-457200" algn="just">
              <a:spcBef>
                <a:spcPts val="600"/>
              </a:spcBef>
              <a:buFont typeface="Wingdings" pitchFamily="2" charset="2"/>
              <a:buChar char="Ø"/>
            </a:pPr>
            <a:endParaRPr lang="en-US" sz="2800" dirty="0">
              <a:latin typeface="Times New Roman" panose="02020603050405020304" pitchFamily="18" charset="0"/>
              <a:cs typeface="Times New Roman" panose="02020603050405020304" pitchFamily="18" charset="0"/>
            </a:endParaRPr>
          </a:p>
          <a:p>
            <a:pPr marL="457200" indent="-457200" algn="just">
              <a:spcBef>
                <a:spcPts val="600"/>
              </a:spcBef>
              <a:buFont typeface="Wingdings" pitchFamily="2" charset="2"/>
              <a:buChar char="Ø"/>
            </a:pPr>
            <a:endParaRPr lang="en-US" sz="2800" dirty="0">
              <a:latin typeface="Times New Roman" panose="02020603050405020304" pitchFamily="18" charset="0"/>
              <a:cs typeface="Times New Roman" panose="02020603050405020304" pitchFamily="18" charset="0"/>
            </a:endParaRPr>
          </a:p>
          <a:p>
            <a:pPr marL="457200" indent="-457200" algn="just">
              <a:spcBef>
                <a:spcPts val="600"/>
              </a:spcBef>
              <a:buFont typeface="Wingdings" pitchFamily="2" charset="2"/>
              <a:buChar char="Ø"/>
            </a:pPr>
            <a:endParaRPr lang="en-US" sz="2800" dirty="0">
              <a:latin typeface="Times New Roman" panose="02020603050405020304" pitchFamily="18" charset="0"/>
              <a:cs typeface="Times New Roman" panose="02020603050405020304" pitchFamily="18" charset="0"/>
            </a:endParaRPr>
          </a:p>
          <a:p>
            <a:pPr marL="457200" indent="-457200" algn="just">
              <a:spcBef>
                <a:spcPts val="600"/>
              </a:spcBef>
              <a:buFont typeface="Wingdings" pitchFamily="2" charset="2"/>
              <a:buChar char="Ø"/>
            </a:pPr>
            <a:r>
              <a:rPr lang="en-US" sz="2800" dirty="0" err="1">
                <a:latin typeface="Times New Roman" panose="02020603050405020304" pitchFamily="18" charset="0"/>
                <a:cs typeface="Times New Roman" panose="02020603050405020304" pitchFamily="18" charset="0"/>
              </a:rPr>
              <a:t>Kết</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quả</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hiển</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thị</a:t>
            </a:r>
            <a:r>
              <a:rPr lang="en-US" sz="2800" dirty="0">
                <a:latin typeface="Times New Roman" panose="02020603050405020304" pitchFamily="18" charset="0"/>
                <a:cs typeface="Times New Roman" panose="02020603050405020304" pitchFamily="18" charset="0"/>
              </a:rPr>
              <a:t>:</a:t>
            </a:r>
          </a:p>
          <a:p>
            <a:pPr marL="457200" indent="-457200" algn="just">
              <a:spcBef>
                <a:spcPts val="600"/>
              </a:spcBef>
              <a:buFont typeface="Wingdings" pitchFamily="2" charset="2"/>
              <a:buChar char="Ø"/>
            </a:pPr>
            <a:endParaRPr lang="en-US" sz="2800" dirty="0">
              <a:latin typeface="Times New Roman" panose="02020603050405020304" pitchFamily="18" charset="0"/>
              <a:cs typeface="Times New Roman" panose="02020603050405020304" pitchFamily="18" charset="0"/>
            </a:endParaRPr>
          </a:p>
        </p:txBody>
      </p:sp>
      <p:sp>
        <p:nvSpPr>
          <p:cNvPr id="6148" name="Slide Number Placeholder 3">
            <a:extLst>
              <a:ext uri="{FF2B5EF4-FFF2-40B4-BE49-F238E27FC236}">
                <a16:creationId xmlns:a16="http://schemas.microsoft.com/office/drawing/2014/main" id="{6387F6B7-3E78-4DC2-ACF4-7A9010C88B16}"/>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E46C0A"/>
              </a:buClr>
              <a:buFont typeface="Wingdings" panose="05000000000000000000" pitchFamily="2" charset="2"/>
              <a:buChar char="v"/>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742950" indent="-285750">
              <a:spcBef>
                <a:spcPct val="20000"/>
              </a:spcBef>
              <a:buClr>
                <a:srgbClr val="E46C0A"/>
              </a:buClr>
              <a:buFont typeface="Wingdings" panose="05000000000000000000" pitchFamily="2" charset="2"/>
              <a:buChar char="q"/>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marL="1143000" indent="-228600">
              <a:spcBef>
                <a:spcPct val="20000"/>
              </a:spcBef>
              <a:buClr>
                <a:srgbClr val="E46C0A"/>
              </a:buClr>
              <a:buFont typeface="Wingdings" panose="05000000000000000000" pitchFamily="2" charset="2"/>
              <a:buChar char="Ø"/>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3pPr>
            <a:lvl4pPr marL="1600200" indent="-228600">
              <a:spcBef>
                <a:spcPct val="20000"/>
              </a:spcBef>
              <a:buClr>
                <a:srgbClr val="E46C0A"/>
              </a:buClr>
              <a:buFont typeface="Courier New" panose="02070309020205020404" pitchFamily="49" charset="0"/>
              <a:buChar char="o"/>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4pPr>
            <a:lvl5pPr marL="2057400" indent="-228600">
              <a:spcBef>
                <a:spcPct val="20000"/>
              </a:spcBef>
              <a:buFont typeface="Arial" panose="020B0604020202020204" pitchFamily="34" charset="0"/>
              <a:buChar char="»"/>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9pPr>
          </a:lstStyle>
          <a:p>
            <a:pPr>
              <a:spcBef>
                <a:spcPct val="0"/>
              </a:spcBef>
              <a:buClrTx/>
              <a:buFontTx/>
              <a:buNone/>
            </a:pPr>
            <a:fld id="{E4B56E55-BAAA-4880-94A1-7A8094250C64}" type="slidenum">
              <a:rPr lang="en-US" altLang="en-US" sz="1400" smtClean="0">
                <a:solidFill>
                  <a:srgbClr val="002060"/>
                </a:solidFill>
                <a:latin typeface="Arial" panose="020B0604020202020204" pitchFamily="34" charset="0"/>
                <a:cs typeface="Arial" panose="020B0604020202020204" pitchFamily="34" charset="0"/>
              </a:rPr>
              <a:pPr>
                <a:spcBef>
                  <a:spcPct val="0"/>
                </a:spcBef>
                <a:buClrTx/>
                <a:buFontTx/>
                <a:buNone/>
              </a:pPr>
              <a:t>34</a:t>
            </a:fld>
            <a:endParaRPr lang="en-US" altLang="en-US" sz="1400">
              <a:solidFill>
                <a:srgbClr val="002060"/>
              </a:solidFill>
              <a:latin typeface="Arial" panose="020B0604020202020204" pitchFamily="34" charset="0"/>
              <a:cs typeface="Arial" panose="020B0604020202020204" pitchFamily="34" charset="0"/>
            </a:endParaRPr>
          </a:p>
        </p:txBody>
      </p:sp>
      <p:sp>
        <p:nvSpPr>
          <p:cNvPr id="2" name="Rectangle 1">
            <a:extLst>
              <a:ext uri="{FF2B5EF4-FFF2-40B4-BE49-F238E27FC236}">
                <a16:creationId xmlns:a16="http://schemas.microsoft.com/office/drawing/2014/main" id="{2BD0C306-A602-478F-BF1A-9560438D769F}"/>
              </a:ext>
            </a:extLst>
          </p:cNvPr>
          <p:cNvSpPr>
            <a:spLocks noChangeArrowheads="1"/>
          </p:cNvSpPr>
          <p:nvPr/>
        </p:nvSpPr>
        <p:spPr bwMode="auto">
          <a:xfrm>
            <a:off x="762000" y="2725341"/>
            <a:ext cx="8305800" cy="1846659"/>
          </a:xfrm>
          <a:prstGeom prst="rect">
            <a:avLst/>
          </a:prstGeom>
          <a:solidFill>
            <a:srgbClr val="F4FBF4"/>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rgbClr val="AD2BEE"/>
                </a:solidFill>
                <a:effectLst/>
                <a:latin typeface="Arial Unicode MS"/>
              </a:rPr>
              <a:t>def</a:t>
            </a:r>
            <a:r>
              <a:rPr kumimoji="0" lang="en-US" altLang="en-US" sz="2400" b="0" i="0" u="none" strike="noStrike" cap="none" normalizeH="0" baseline="0" dirty="0">
                <a:ln>
                  <a:noFill/>
                </a:ln>
                <a:solidFill>
                  <a:srgbClr val="131513"/>
                </a:solidFill>
                <a:effectLst/>
                <a:latin typeface="Arial Unicode MS"/>
              </a:rPr>
              <a:t> </a:t>
            </a:r>
            <a:r>
              <a:rPr kumimoji="0" lang="en-US" altLang="en-US" sz="2400" b="0" i="0" u="none" strike="noStrike" cap="none" normalizeH="0" baseline="0" dirty="0" err="1">
                <a:ln>
                  <a:noFill/>
                </a:ln>
                <a:solidFill>
                  <a:srgbClr val="3D62F5"/>
                </a:solidFill>
                <a:effectLst/>
                <a:latin typeface="Arial Unicode MS"/>
              </a:rPr>
              <a:t>Xin_chao</a:t>
            </a:r>
            <a:r>
              <a:rPr kumimoji="0" lang="en-US" altLang="en-US" sz="2400" b="0" i="0" u="none" strike="noStrike" cap="none" normalizeH="0" baseline="0" dirty="0">
                <a:ln>
                  <a:noFill/>
                </a:ln>
                <a:solidFill>
                  <a:srgbClr val="131513"/>
                </a:solidFill>
                <a:effectLst/>
                <a:latin typeface="Arial Unicode MS"/>
              </a:rPr>
              <a:t>(ten, </a:t>
            </a:r>
            <a:r>
              <a:rPr kumimoji="0" lang="en-US" altLang="en-US" sz="2400" b="0" i="0" u="none" strike="noStrike" cap="none" normalizeH="0" baseline="0" dirty="0" err="1">
                <a:ln>
                  <a:noFill/>
                </a:ln>
                <a:solidFill>
                  <a:srgbClr val="131513"/>
                </a:solidFill>
                <a:effectLst/>
                <a:latin typeface="Arial Unicode MS"/>
              </a:rPr>
              <a:t>loi_chao</a:t>
            </a:r>
            <a:r>
              <a:rPr kumimoji="0" lang="en-US" altLang="en-US" sz="2400" b="0" i="0" u="none" strike="noStrike" cap="none" normalizeH="0" baseline="0" dirty="0">
                <a:ln>
                  <a:noFill/>
                </a:ln>
                <a:solidFill>
                  <a:srgbClr val="131513"/>
                </a:solidFill>
                <a:effectLst/>
                <a:latin typeface="Arial Unicode MS"/>
              </a:rPr>
              <a:t> = </a:t>
            </a:r>
            <a:r>
              <a:rPr kumimoji="0" lang="en-US" altLang="en-US" sz="2400" b="0" i="0" u="none" strike="noStrike" cap="none" normalizeH="0" baseline="0" dirty="0">
                <a:ln>
                  <a:noFill/>
                </a:ln>
                <a:solidFill>
                  <a:srgbClr val="29A329"/>
                </a:solidFill>
                <a:effectLst/>
                <a:latin typeface="Arial Unicode MS"/>
              </a:rPr>
              <a:t>“</a:t>
            </a:r>
            <a:r>
              <a:rPr kumimoji="0" lang="en-US" altLang="en-US" sz="2400" b="0" i="0" u="none" strike="noStrike" cap="none" normalizeH="0" baseline="0" dirty="0" err="1">
                <a:ln>
                  <a:noFill/>
                </a:ln>
                <a:solidFill>
                  <a:srgbClr val="29A329"/>
                </a:solidFill>
                <a:effectLst/>
                <a:latin typeface="Arial Unicode MS"/>
              </a:rPr>
              <a:t>Về</a:t>
            </a:r>
            <a:r>
              <a:rPr kumimoji="0" lang="en-US" altLang="en-US" sz="2400" b="0" i="0" u="none" strike="noStrike" cap="none" normalizeH="0" baseline="0" dirty="0">
                <a:ln>
                  <a:noFill/>
                </a:ln>
                <a:solidFill>
                  <a:srgbClr val="29A329"/>
                </a:solidFill>
                <a:effectLst/>
                <a:latin typeface="Arial Unicode MS"/>
              </a:rPr>
              <a:t> </a:t>
            </a:r>
            <a:r>
              <a:rPr kumimoji="0" lang="en-US" altLang="en-US" sz="2400" b="0" i="0" u="none" strike="noStrike" cap="none" normalizeH="0" baseline="0" dirty="0" err="1">
                <a:ln>
                  <a:noFill/>
                </a:ln>
                <a:solidFill>
                  <a:srgbClr val="29A329"/>
                </a:solidFill>
                <a:effectLst/>
                <a:latin typeface="Arial Unicode MS"/>
              </a:rPr>
              <a:t>nhà</a:t>
            </a:r>
            <a:r>
              <a:rPr kumimoji="0" lang="en-US" altLang="en-US" sz="2400" b="0" i="0" u="none" strike="noStrike" cap="none" normalizeH="0" baseline="0" dirty="0">
                <a:ln>
                  <a:noFill/>
                </a:ln>
                <a:solidFill>
                  <a:srgbClr val="29A329"/>
                </a:solidFill>
                <a:effectLst/>
                <a:latin typeface="Arial Unicode MS"/>
              </a:rPr>
              <a:t> </a:t>
            </a:r>
            <a:r>
              <a:rPr kumimoji="0" lang="en-US" altLang="en-US" sz="2400" b="0" i="0" u="none" strike="noStrike" cap="none" normalizeH="0" baseline="0" dirty="0" err="1">
                <a:ln>
                  <a:noFill/>
                </a:ln>
                <a:solidFill>
                  <a:srgbClr val="29A329"/>
                </a:solidFill>
                <a:effectLst/>
                <a:latin typeface="Arial Unicode MS"/>
              </a:rPr>
              <a:t>nh</a:t>
            </a:r>
            <a:r>
              <a:rPr lang="en-US" altLang="en-US" sz="2400" dirty="0" err="1">
                <a:solidFill>
                  <a:srgbClr val="29A329"/>
                </a:solidFill>
                <a:latin typeface="Arial Unicode MS"/>
              </a:rPr>
              <a:t>ớ</a:t>
            </a:r>
            <a:r>
              <a:rPr lang="en-US" altLang="en-US" sz="2400" dirty="0">
                <a:solidFill>
                  <a:srgbClr val="29A329"/>
                </a:solidFill>
                <a:latin typeface="Arial Unicode MS"/>
              </a:rPr>
              <a:t> </a:t>
            </a:r>
            <a:r>
              <a:rPr lang="en-US" altLang="en-US" sz="2400" dirty="0" err="1">
                <a:solidFill>
                  <a:srgbClr val="29A329"/>
                </a:solidFill>
                <a:latin typeface="Arial Unicode MS"/>
              </a:rPr>
              <a:t>làm</a:t>
            </a:r>
            <a:r>
              <a:rPr lang="en-US" altLang="en-US" sz="2400" dirty="0">
                <a:solidFill>
                  <a:srgbClr val="29A329"/>
                </a:solidFill>
                <a:latin typeface="Arial Unicode MS"/>
              </a:rPr>
              <a:t> </a:t>
            </a:r>
            <a:r>
              <a:rPr lang="en-US" altLang="en-US" sz="2400" dirty="0" err="1">
                <a:solidFill>
                  <a:srgbClr val="29A329"/>
                </a:solidFill>
                <a:latin typeface="Arial Unicode MS"/>
              </a:rPr>
              <a:t>bài</a:t>
            </a:r>
            <a:r>
              <a:rPr lang="en-US" altLang="en-US" sz="2400" dirty="0">
                <a:solidFill>
                  <a:srgbClr val="29A329"/>
                </a:solidFill>
                <a:latin typeface="Arial Unicode MS"/>
              </a:rPr>
              <a:t> </a:t>
            </a:r>
            <a:r>
              <a:rPr lang="en-US" altLang="en-US" sz="2400" dirty="0" err="1">
                <a:solidFill>
                  <a:srgbClr val="29A329"/>
                </a:solidFill>
                <a:latin typeface="Arial Unicode MS"/>
              </a:rPr>
              <a:t>tập</a:t>
            </a:r>
            <a:r>
              <a:rPr lang="en-US" altLang="en-US" sz="2400" dirty="0">
                <a:solidFill>
                  <a:srgbClr val="29A329"/>
                </a:solidFill>
                <a:latin typeface="Arial Unicode MS"/>
              </a:rPr>
              <a:t> </a:t>
            </a:r>
            <a:r>
              <a:rPr lang="en-US" altLang="en-US" sz="2400" dirty="0" err="1">
                <a:solidFill>
                  <a:srgbClr val="29A329"/>
                </a:solidFill>
                <a:latin typeface="Arial Unicode MS"/>
              </a:rPr>
              <a:t>nhé</a:t>
            </a:r>
            <a:r>
              <a:rPr kumimoji="0" lang="en-US" altLang="en-US" sz="2400" b="0" i="0" u="none" strike="noStrike" cap="none" normalizeH="0" baseline="0" dirty="0">
                <a:ln>
                  <a:noFill/>
                </a:ln>
                <a:solidFill>
                  <a:srgbClr val="29A329"/>
                </a:solidFill>
                <a:effectLst/>
                <a:latin typeface="Arial Unicode MS"/>
              </a:rPr>
              <a:t>!"</a:t>
            </a:r>
            <a:r>
              <a:rPr kumimoji="0" lang="en-US" altLang="en-US" sz="2400" b="0" i="0" u="none" strike="noStrike" cap="none" normalizeH="0" baseline="0" dirty="0">
                <a:ln>
                  <a:noFill/>
                </a:ln>
                <a:solidFill>
                  <a:srgbClr val="131513"/>
                </a:solidFill>
                <a:effectLst/>
                <a:latin typeface="Arial Unicode MS"/>
              </a:rPr>
              <a:t>):</a:t>
            </a:r>
            <a:br>
              <a:rPr kumimoji="0" lang="en-US" altLang="en-US" sz="2400" b="0" i="0" u="none" strike="noStrike" cap="none" normalizeH="0" baseline="0" dirty="0">
                <a:ln>
                  <a:noFill/>
                </a:ln>
                <a:solidFill>
                  <a:schemeClr val="tx1"/>
                </a:solidFill>
                <a:effectLst/>
                <a:latin typeface="Menlo"/>
              </a:rPr>
            </a:br>
            <a:r>
              <a:rPr kumimoji="0" lang="en-US" altLang="en-US" sz="2400" b="0" i="0" u="none" strike="noStrike" cap="none" normalizeH="0" baseline="0" dirty="0">
                <a:ln>
                  <a:noFill/>
                </a:ln>
                <a:solidFill>
                  <a:srgbClr val="131513"/>
                </a:solidFill>
                <a:effectLst/>
                <a:latin typeface="Arial Unicode MS"/>
              </a:rPr>
              <a:t> 	</a:t>
            </a:r>
            <a:r>
              <a:rPr kumimoji="0" lang="en-US" altLang="en-US" sz="2400" b="0" i="0" u="none" strike="noStrike" cap="none" normalizeH="0" baseline="0" dirty="0">
                <a:ln>
                  <a:noFill/>
                </a:ln>
                <a:solidFill>
                  <a:srgbClr val="AD2BEE"/>
                </a:solidFill>
                <a:effectLst/>
                <a:latin typeface="Arial Unicode MS"/>
              </a:rPr>
              <a:t>print</a:t>
            </a:r>
            <a:r>
              <a:rPr kumimoji="0" lang="en-US" altLang="en-US" sz="2400" b="0" i="0" u="none" strike="noStrike" cap="none" normalizeH="0" baseline="0" dirty="0">
                <a:ln>
                  <a:noFill/>
                </a:ln>
                <a:solidFill>
                  <a:srgbClr val="131513"/>
                </a:solidFill>
                <a:effectLst/>
                <a:latin typeface="Arial Unicode MS"/>
              </a:rPr>
              <a:t>(</a:t>
            </a:r>
            <a:r>
              <a:rPr kumimoji="0" lang="en-US" altLang="en-US" sz="2400" b="0" i="0" u="none" strike="noStrike" cap="none" normalizeH="0" baseline="0" dirty="0">
                <a:ln>
                  <a:noFill/>
                </a:ln>
                <a:solidFill>
                  <a:srgbClr val="29A329"/>
                </a:solidFill>
                <a:effectLst/>
                <a:latin typeface="Arial Unicode MS"/>
              </a:rPr>
              <a:t>"Xin </a:t>
            </a:r>
            <a:r>
              <a:rPr kumimoji="0" lang="en-US" altLang="en-US" sz="2400" b="0" i="0" u="none" strike="noStrike" cap="none" normalizeH="0" baseline="0" dirty="0" err="1">
                <a:ln>
                  <a:noFill/>
                </a:ln>
                <a:solidFill>
                  <a:srgbClr val="29A329"/>
                </a:solidFill>
                <a:effectLst/>
                <a:latin typeface="Arial Unicode MS"/>
              </a:rPr>
              <a:t>chào</a:t>
            </a:r>
            <a:r>
              <a:rPr kumimoji="0" lang="en-US" altLang="en-US" sz="2400" b="0" i="0" u="none" strike="noStrike" cap="none" normalizeH="0" baseline="0" dirty="0">
                <a:ln>
                  <a:noFill/>
                </a:ln>
                <a:solidFill>
                  <a:srgbClr val="29A329"/>
                </a:solidFill>
                <a:effectLst/>
                <a:latin typeface="Arial Unicode MS"/>
              </a:rPr>
              <a:t>"</a:t>
            </a:r>
            <a:r>
              <a:rPr kumimoji="0" lang="en-US" altLang="en-US" sz="2400" b="0" i="0" u="none" strike="noStrike" cap="none" normalizeH="0" baseline="0" dirty="0">
                <a:ln>
                  <a:noFill/>
                </a:ln>
                <a:solidFill>
                  <a:srgbClr val="131513"/>
                </a:solidFill>
                <a:effectLst/>
                <a:latin typeface="Arial Unicode MS"/>
              </a:rPr>
              <a:t>,ten + </a:t>
            </a:r>
            <a:r>
              <a:rPr kumimoji="0" lang="en-US" altLang="en-US" sz="2400" b="0" i="0" u="none" strike="noStrike" cap="none" normalizeH="0" baseline="0" dirty="0">
                <a:ln>
                  <a:noFill/>
                </a:ln>
                <a:solidFill>
                  <a:srgbClr val="29A329"/>
                </a:solidFill>
                <a:effectLst/>
                <a:latin typeface="Arial Unicode MS"/>
              </a:rPr>
              <a:t>', '</a:t>
            </a:r>
            <a:r>
              <a:rPr kumimoji="0" lang="en-US" altLang="en-US" sz="2400" b="0" i="0" u="none" strike="noStrike" cap="none" normalizeH="0" baseline="0" dirty="0">
                <a:ln>
                  <a:noFill/>
                </a:ln>
                <a:solidFill>
                  <a:srgbClr val="131513"/>
                </a:solidFill>
                <a:effectLst/>
                <a:latin typeface="Arial Unicode MS"/>
              </a:rPr>
              <a:t> + </a:t>
            </a:r>
            <a:r>
              <a:rPr kumimoji="0" lang="en-US" altLang="en-US" sz="2400" b="0" i="0" u="none" strike="noStrike" cap="none" normalizeH="0" baseline="0" dirty="0" err="1">
                <a:ln>
                  <a:noFill/>
                </a:ln>
                <a:solidFill>
                  <a:srgbClr val="131513"/>
                </a:solidFill>
                <a:effectLst/>
                <a:latin typeface="Arial Unicode MS"/>
              </a:rPr>
              <a:t>loi_chao</a:t>
            </a:r>
            <a:r>
              <a:rPr kumimoji="0" lang="en-US" altLang="en-US" sz="2400" b="0" i="0" u="none" strike="noStrike" cap="none" normalizeH="0" baseline="0" dirty="0">
                <a:ln>
                  <a:noFill/>
                </a:ln>
                <a:solidFill>
                  <a:srgbClr val="131513"/>
                </a:solidFill>
                <a:effectLst/>
                <a:latin typeface="Arial Unicode MS"/>
              </a:rPr>
              <a:t>)</a:t>
            </a:r>
            <a:br>
              <a:rPr kumimoji="0" lang="en-US" altLang="en-US" sz="2400" b="0" i="0" u="none" strike="noStrike" cap="none" normalizeH="0" baseline="0" dirty="0">
                <a:ln>
                  <a:noFill/>
                </a:ln>
                <a:solidFill>
                  <a:schemeClr val="tx1"/>
                </a:solidFill>
                <a:effectLst/>
                <a:latin typeface="Menlo"/>
              </a:rPr>
            </a:br>
            <a:br>
              <a:rPr kumimoji="0" lang="en-US" altLang="en-US" sz="2400" b="0" i="0" u="none" strike="noStrike" cap="none" normalizeH="0" baseline="0" dirty="0">
                <a:ln>
                  <a:noFill/>
                </a:ln>
                <a:solidFill>
                  <a:schemeClr val="tx1"/>
                </a:solidFill>
                <a:effectLst/>
                <a:latin typeface="Menlo"/>
              </a:rPr>
            </a:br>
            <a:r>
              <a:rPr kumimoji="0" lang="en-US" altLang="en-US" sz="2400" b="0" i="0" u="none" strike="noStrike" cap="none" normalizeH="0" baseline="0" dirty="0" err="1">
                <a:ln>
                  <a:noFill/>
                </a:ln>
                <a:solidFill>
                  <a:srgbClr val="3D62F5"/>
                </a:solidFill>
                <a:effectLst/>
                <a:latin typeface="Arial Unicode MS"/>
              </a:rPr>
              <a:t>Xin_chao</a:t>
            </a:r>
            <a:r>
              <a:rPr kumimoji="0" lang="en-US" altLang="en-US" sz="2400" b="0" i="0" u="none" strike="noStrike" cap="none" normalizeH="0" baseline="0" dirty="0">
                <a:ln>
                  <a:noFill/>
                </a:ln>
                <a:solidFill>
                  <a:srgbClr val="131513"/>
                </a:solidFill>
                <a:effectLst/>
                <a:latin typeface="Arial Unicode MS"/>
              </a:rPr>
              <a:t>(</a:t>
            </a:r>
            <a:r>
              <a:rPr kumimoji="0" lang="en-US" altLang="en-US" sz="2400" b="0" i="0" u="none" strike="noStrike" cap="none" normalizeH="0" baseline="0" dirty="0">
                <a:ln>
                  <a:noFill/>
                </a:ln>
                <a:solidFill>
                  <a:srgbClr val="29A329"/>
                </a:solidFill>
                <a:effectLst/>
                <a:latin typeface="Arial Unicode MS"/>
              </a:rPr>
              <a:t>“</a:t>
            </a:r>
            <a:r>
              <a:rPr kumimoji="0" lang="en-US" altLang="en-US" sz="2400" b="0" i="0" u="none" strike="noStrike" cap="none" normalizeH="0" baseline="0" dirty="0" err="1">
                <a:ln>
                  <a:noFill/>
                </a:ln>
                <a:solidFill>
                  <a:srgbClr val="29A329"/>
                </a:solidFill>
                <a:effectLst/>
                <a:latin typeface="Arial Unicode MS"/>
              </a:rPr>
              <a:t>Cả</a:t>
            </a:r>
            <a:r>
              <a:rPr kumimoji="0" lang="en-US" altLang="en-US" sz="2400" b="0" i="0" u="none" strike="noStrike" cap="none" normalizeH="0" baseline="0" dirty="0">
                <a:ln>
                  <a:noFill/>
                </a:ln>
                <a:solidFill>
                  <a:srgbClr val="29A329"/>
                </a:solidFill>
                <a:effectLst/>
                <a:latin typeface="Arial Unicode MS"/>
              </a:rPr>
              <a:t> </a:t>
            </a:r>
            <a:r>
              <a:rPr kumimoji="0" lang="en-US" altLang="en-US" sz="2400" b="0" i="0" u="none" strike="noStrike" cap="none" normalizeH="0" baseline="0" dirty="0" err="1">
                <a:ln>
                  <a:noFill/>
                </a:ln>
                <a:solidFill>
                  <a:srgbClr val="29A329"/>
                </a:solidFill>
                <a:effectLst/>
                <a:latin typeface="Arial Unicode MS"/>
              </a:rPr>
              <a:t>l</a:t>
            </a:r>
            <a:r>
              <a:rPr lang="en-US" altLang="en-US" sz="2400" dirty="0" err="1">
                <a:solidFill>
                  <a:srgbClr val="29A329"/>
                </a:solidFill>
                <a:latin typeface="Arial Unicode MS"/>
              </a:rPr>
              <a:t>ớp</a:t>
            </a:r>
            <a:r>
              <a:rPr kumimoji="0" lang="en-US" altLang="en-US" sz="2400" b="0" i="0" u="none" strike="noStrike" cap="none" normalizeH="0" baseline="0" dirty="0">
                <a:ln>
                  <a:noFill/>
                </a:ln>
                <a:solidFill>
                  <a:srgbClr val="29A329"/>
                </a:solidFill>
                <a:effectLst/>
                <a:latin typeface="Arial Unicode MS"/>
              </a:rPr>
              <a:t>"</a:t>
            </a:r>
            <a:r>
              <a:rPr kumimoji="0" lang="en-US" altLang="en-US" sz="2400" b="0" i="0" u="none" strike="noStrike" cap="none" normalizeH="0" baseline="0" dirty="0">
                <a:ln>
                  <a:noFill/>
                </a:ln>
                <a:solidFill>
                  <a:srgbClr val="131513"/>
                </a:solidFill>
                <a:effectLst/>
                <a:latin typeface="Arial Unicode MS"/>
              </a:rPr>
              <a:t>,</a:t>
            </a:r>
            <a:r>
              <a:rPr kumimoji="0" lang="en-US" altLang="en-US" sz="2400" b="0" i="0" u="none" strike="noStrike" cap="none" normalizeH="0" baseline="0" dirty="0">
                <a:ln>
                  <a:noFill/>
                </a:ln>
                <a:solidFill>
                  <a:srgbClr val="29A329"/>
                </a:solidFill>
                <a:effectLst/>
                <a:latin typeface="Arial Unicode MS"/>
              </a:rPr>
              <a:t>“</a:t>
            </a:r>
            <a:r>
              <a:rPr kumimoji="0" lang="en-US" altLang="en-US" sz="2400" b="0" i="0" u="none" strike="noStrike" cap="none" normalizeH="0" baseline="0" dirty="0" err="1">
                <a:ln>
                  <a:noFill/>
                </a:ln>
                <a:solidFill>
                  <a:srgbClr val="29A329"/>
                </a:solidFill>
                <a:effectLst/>
                <a:latin typeface="Arial Unicode MS"/>
              </a:rPr>
              <a:t>Các</a:t>
            </a:r>
            <a:r>
              <a:rPr kumimoji="0" lang="en-US" altLang="en-US" sz="2400" b="0" i="0" u="none" strike="noStrike" cap="none" normalizeH="0" baseline="0" dirty="0">
                <a:ln>
                  <a:noFill/>
                </a:ln>
                <a:solidFill>
                  <a:srgbClr val="29A329"/>
                </a:solidFill>
                <a:effectLst/>
                <a:latin typeface="Arial Unicode MS"/>
              </a:rPr>
              <a:t> </a:t>
            </a:r>
            <a:r>
              <a:rPr kumimoji="0" lang="en-US" altLang="en-US" sz="2400" b="0" i="0" u="none" strike="noStrike" cap="none" normalizeH="0" baseline="0" dirty="0" err="1">
                <a:ln>
                  <a:noFill/>
                </a:ln>
                <a:solidFill>
                  <a:srgbClr val="29A329"/>
                </a:solidFill>
                <a:effectLst/>
                <a:latin typeface="Arial Unicode MS"/>
              </a:rPr>
              <a:t>bạn</a:t>
            </a:r>
            <a:r>
              <a:rPr kumimoji="0" lang="en-US" altLang="en-US" sz="2400" b="0" i="0" u="none" strike="noStrike" cap="none" normalizeH="0" baseline="0" dirty="0">
                <a:ln>
                  <a:noFill/>
                </a:ln>
                <a:solidFill>
                  <a:srgbClr val="29A329"/>
                </a:solidFill>
                <a:effectLst/>
                <a:latin typeface="Arial Unicode MS"/>
              </a:rPr>
              <a:t> </a:t>
            </a:r>
            <a:r>
              <a:rPr kumimoji="0" lang="en-US" altLang="en-US" sz="2400" b="0" i="0" u="none" strike="noStrike" cap="none" normalizeH="0" baseline="0" dirty="0" err="1">
                <a:ln>
                  <a:noFill/>
                </a:ln>
                <a:solidFill>
                  <a:srgbClr val="29A329"/>
                </a:solidFill>
                <a:effectLst/>
                <a:latin typeface="Arial Unicode MS"/>
              </a:rPr>
              <a:t>khỏe</a:t>
            </a:r>
            <a:r>
              <a:rPr kumimoji="0" lang="en-US" altLang="en-US" sz="2400" b="0" i="0" u="none" strike="noStrike" cap="none" normalizeH="0" baseline="0" dirty="0">
                <a:ln>
                  <a:noFill/>
                </a:ln>
                <a:solidFill>
                  <a:srgbClr val="29A329"/>
                </a:solidFill>
                <a:effectLst/>
                <a:latin typeface="Arial Unicode MS"/>
              </a:rPr>
              <a:t> </a:t>
            </a:r>
            <a:r>
              <a:rPr kumimoji="0" lang="en-US" altLang="en-US" sz="2400" b="0" i="0" u="none" strike="noStrike" cap="none" normalizeH="0" baseline="0" dirty="0" err="1">
                <a:ln>
                  <a:noFill/>
                </a:ln>
                <a:solidFill>
                  <a:srgbClr val="29A329"/>
                </a:solidFill>
                <a:effectLst/>
                <a:latin typeface="Arial Unicode MS"/>
              </a:rPr>
              <a:t>không</a:t>
            </a:r>
            <a:r>
              <a:rPr kumimoji="0" lang="en-US" altLang="en-US" sz="2400" b="0" i="0" u="none" strike="noStrike" cap="none" normalizeH="0" baseline="0" dirty="0">
                <a:ln>
                  <a:noFill/>
                </a:ln>
                <a:solidFill>
                  <a:srgbClr val="29A329"/>
                </a:solidFill>
                <a:effectLst/>
                <a:latin typeface="Arial Unicode MS"/>
              </a:rPr>
              <a:t>?"</a:t>
            </a:r>
            <a:r>
              <a:rPr kumimoji="0" lang="en-US" altLang="en-US" sz="2400" b="0" i="0" u="none" strike="noStrike" cap="none" normalizeH="0" baseline="0" dirty="0">
                <a:ln>
                  <a:noFill/>
                </a:ln>
                <a:solidFill>
                  <a:srgbClr val="131513"/>
                </a:solidFill>
                <a:effectLst/>
                <a:latin typeface="Arial Unicode MS"/>
              </a:rPr>
              <a:t>)</a:t>
            </a:r>
            <a:r>
              <a:rPr kumimoji="0" lang="en-US" altLang="en-US" sz="2400" b="0" i="0" u="none" strike="noStrike" cap="none" normalizeH="0" baseline="0" dirty="0">
                <a:ln>
                  <a:noFill/>
                </a:ln>
                <a:solidFill>
                  <a:schemeClr val="tx1"/>
                </a:solidFill>
                <a:effectLst/>
              </a:rPr>
              <a:t> </a:t>
            </a:r>
          </a:p>
          <a:p>
            <a:pPr lvl="0"/>
            <a:r>
              <a:rPr lang="en-US" altLang="en-US" sz="2400" dirty="0" err="1">
                <a:solidFill>
                  <a:srgbClr val="3D62F5"/>
                </a:solidFill>
                <a:latin typeface="Arial Unicode MS"/>
              </a:rPr>
              <a:t>Xin_chao</a:t>
            </a:r>
            <a:r>
              <a:rPr lang="en-US" altLang="en-US" sz="2400" dirty="0">
                <a:solidFill>
                  <a:srgbClr val="131513"/>
                </a:solidFill>
                <a:latin typeface="Arial Unicode MS"/>
              </a:rPr>
              <a:t>(</a:t>
            </a:r>
            <a:r>
              <a:rPr lang="en-US" altLang="en-US" sz="2400" dirty="0">
                <a:solidFill>
                  <a:srgbClr val="29A329"/>
                </a:solidFill>
                <a:latin typeface="Arial Unicode MS"/>
              </a:rPr>
              <a:t>“</a:t>
            </a:r>
            <a:r>
              <a:rPr lang="en-US" altLang="en-US" sz="2400" dirty="0" err="1">
                <a:solidFill>
                  <a:srgbClr val="29A329"/>
                </a:solidFill>
                <a:latin typeface="Arial Unicode MS"/>
              </a:rPr>
              <a:t>Cả</a:t>
            </a:r>
            <a:r>
              <a:rPr lang="en-US" altLang="en-US" sz="2400" dirty="0">
                <a:solidFill>
                  <a:srgbClr val="29A329"/>
                </a:solidFill>
                <a:latin typeface="Arial Unicode MS"/>
              </a:rPr>
              <a:t> </a:t>
            </a:r>
            <a:r>
              <a:rPr lang="en-US" altLang="en-US" sz="2400" dirty="0" err="1">
                <a:solidFill>
                  <a:srgbClr val="29A329"/>
                </a:solidFill>
                <a:latin typeface="Arial Unicode MS"/>
              </a:rPr>
              <a:t>lớp</a:t>
            </a:r>
            <a:r>
              <a:rPr lang="en-US" altLang="en-US" sz="2400" dirty="0">
                <a:solidFill>
                  <a:srgbClr val="29A329"/>
                </a:solidFill>
                <a:latin typeface="Arial Unicode MS"/>
              </a:rPr>
              <a:t>"</a:t>
            </a:r>
            <a:r>
              <a:rPr lang="en-US" altLang="en-US" sz="2400" dirty="0">
                <a:solidFill>
                  <a:srgbClr val="131513"/>
                </a:solidFill>
                <a:latin typeface="Arial Unicode MS"/>
              </a:rPr>
              <a:t>)</a:t>
            </a:r>
            <a:endParaRPr kumimoji="0" lang="en-US" altLang="en-US" sz="2400" b="0" i="0" u="none" strike="noStrike" cap="none" normalizeH="0" baseline="0" dirty="0">
              <a:ln>
                <a:noFill/>
              </a:ln>
              <a:solidFill>
                <a:schemeClr val="tx1"/>
              </a:solidFill>
              <a:effectLst/>
            </a:endParaRPr>
          </a:p>
        </p:txBody>
      </p:sp>
      <p:sp>
        <p:nvSpPr>
          <p:cNvPr id="9" name="Rectangle 8">
            <a:extLst>
              <a:ext uri="{FF2B5EF4-FFF2-40B4-BE49-F238E27FC236}">
                <a16:creationId xmlns:a16="http://schemas.microsoft.com/office/drawing/2014/main" id="{AD60A725-11C8-43C2-B762-CCB4E334E909}"/>
              </a:ext>
            </a:extLst>
          </p:cNvPr>
          <p:cNvSpPr>
            <a:spLocks noChangeArrowheads="1"/>
          </p:cNvSpPr>
          <p:nvPr/>
        </p:nvSpPr>
        <p:spPr bwMode="auto">
          <a:xfrm>
            <a:off x="861701" y="5588814"/>
            <a:ext cx="7656513" cy="738664"/>
          </a:xfrm>
          <a:prstGeom prst="rect">
            <a:avLst/>
          </a:prstGeom>
          <a:solidFill>
            <a:srgbClr val="F4FBF4"/>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err="1">
                <a:ln>
                  <a:noFill/>
                </a:ln>
                <a:solidFill>
                  <a:srgbClr val="29A329"/>
                </a:solidFill>
                <a:effectLst/>
                <a:latin typeface="Arial Unicode MS"/>
              </a:rPr>
              <a:t>Cả</a:t>
            </a:r>
            <a:r>
              <a:rPr kumimoji="0" lang="en-US" altLang="en-US" sz="2400" b="0" i="0" u="none" strike="noStrike" cap="none" normalizeH="0" baseline="0" dirty="0">
                <a:ln>
                  <a:noFill/>
                </a:ln>
                <a:solidFill>
                  <a:srgbClr val="29A329"/>
                </a:solidFill>
                <a:effectLst/>
                <a:latin typeface="Arial Unicode MS"/>
              </a:rPr>
              <a:t> </a:t>
            </a:r>
            <a:r>
              <a:rPr kumimoji="0" lang="en-US" altLang="en-US" sz="2400" b="0" i="0" u="none" strike="noStrike" cap="none" normalizeH="0" baseline="0" dirty="0" err="1">
                <a:ln>
                  <a:noFill/>
                </a:ln>
                <a:solidFill>
                  <a:srgbClr val="29A329"/>
                </a:solidFill>
                <a:effectLst/>
                <a:latin typeface="Arial Unicode MS"/>
              </a:rPr>
              <a:t>l</a:t>
            </a:r>
            <a:r>
              <a:rPr lang="en-US" altLang="en-US" sz="2400" dirty="0" err="1">
                <a:solidFill>
                  <a:srgbClr val="29A329"/>
                </a:solidFill>
                <a:latin typeface="Arial Unicode MS"/>
              </a:rPr>
              <a:t>ớp</a:t>
            </a:r>
            <a:r>
              <a:rPr kumimoji="0" lang="en-US" altLang="en-US" sz="2400" b="0" i="0" u="none" strike="noStrike" cap="none" normalizeH="0" baseline="0" dirty="0">
                <a:ln>
                  <a:noFill/>
                </a:ln>
                <a:solidFill>
                  <a:srgbClr val="29A329"/>
                </a:solidFill>
                <a:effectLst/>
                <a:latin typeface="Arial Unicode MS"/>
              </a:rPr>
              <a:t>"</a:t>
            </a:r>
            <a:r>
              <a:rPr kumimoji="0" lang="en-US" altLang="en-US" sz="2400" b="0" i="0" u="none" strike="noStrike" cap="none" normalizeH="0" baseline="0" dirty="0">
                <a:ln>
                  <a:noFill/>
                </a:ln>
                <a:solidFill>
                  <a:srgbClr val="131513"/>
                </a:solidFill>
                <a:effectLst/>
                <a:latin typeface="Arial Unicode MS"/>
              </a:rPr>
              <a:t>,</a:t>
            </a:r>
            <a:r>
              <a:rPr kumimoji="0" lang="en-US" altLang="en-US" sz="2400" b="0" i="0" u="none" strike="noStrike" cap="none" normalizeH="0" baseline="0" dirty="0">
                <a:ln>
                  <a:noFill/>
                </a:ln>
                <a:solidFill>
                  <a:srgbClr val="29A329"/>
                </a:solidFill>
                <a:effectLst/>
                <a:latin typeface="Arial Unicode MS"/>
              </a:rPr>
              <a:t>“</a:t>
            </a:r>
            <a:r>
              <a:rPr kumimoji="0" lang="en-US" altLang="en-US" sz="2400" b="0" i="0" u="none" strike="noStrike" cap="none" normalizeH="0" baseline="0" dirty="0" err="1">
                <a:ln>
                  <a:noFill/>
                </a:ln>
                <a:solidFill>
                  <a:srgbClr val="29A329"/>
                </a:solidFill>
                <a:effectLst/>
                <a:latin typeface="Arial Unicode MS"/>
              </a:rPr>
              <a:t>Các</a:t>
            </a:r>
            <a:r>
              <a:rPr kumimoji="0" lang="en-US" altLang="en-US" sz="2400" b="0" i="0" u="none" strike="noStrike" cap="none" normalizeH="0" baseline="0" dirty="0">
                <a:ln>
                  <a:noFill/>
                </a:ln>
                <a:solidFill>
                  <a:srgbClr val="29A329"/>
                </a:solidFill>
                <a:effectLst/>
                <a:latin typeface="Arial Unicode MS"/>
              </a:rPr>
              <a:t> </a:t>
            </a:r>
            <a:r>
              <a:rPr kumimoji="0" lang="en-US" altLang="en-US" sz="2400" b="0" i="0" u="none" strike="noStrike" cap="none" normalizeH="0" baseline="0" dirty="0" err="1">
                <a:ln>
                  <a:noFill/>
                </a:ln>
                <a:solidFill>
                  <a:srgbClr val="29A329"/>
                </a:solidFill>
                <a:effectLst/>
                <a:latin typeface="Arial Unicode MS"/>
              </a:rPr>
              <a:t>bạn</a:t>
            </a:r>
            <a:r>
              <a:rPr kumimoji="0" lang="en-US" altLang="en-US" sz="2400" b="0" i="0" u="none" strike="noStrike" cap="none" normalizeH="0" baseline="0" dirty="0">
                <a:ln>
                  <a:noFill/>
                </a:ln>
                <a:solidFill>
                  <a:srgbClr val="29A329"/>
                </a:solidFill>
                <a:effectLst/>
                <a:latin typeface="Arial Unicode MS"/>
              </a:rPr>
              <a:t> </a:t>
            </a:r>
            <a:r>
              <a:rPr kumimoji="0" lang="en-US" altLang="en-US" sz="2400" b="0" i="0" u="none" strike="noStrike" cap="none" normalizeH="0" baseline="0" dirty="0" err="1">
                <a:ln>
                  <a:noFill/>
                </a:ln>
                <a:solidFill>
                  <a:srgbClr val="29A329"/>
                </a:solidFill>
                <a:effectLst/>
                <a:latin typeface="Arial Unicode MS"/>
              </a:rPr>
              <a:t>khỏe</a:t>
            </a:r>
            <a:r>
              <a:rPr kumimoji="0" lang="en-US" altLang="en-US" sz="2400" b="0" i="0" u="none" strike="noStrike" cap="none" normalizeH="0" baseline="0" dirty="0">
                <a:ln>
                  <a:noFill/>
                </a:ln>
                <a:solidFill>
                  <a:srgbClr val="29A329"/>
                </a:solidFill>
                <a:effectLst/>
                <a:latin typeface="Arial Unicode MS"/>
              </a:rPr>
              <a:t> </a:t>
            </a:r>
            <a:r>
              <a:rPr kumimoji="0" lang="en-US" altLang="en-US" sz="2400" b="0" i="0" u="none" strike="noStrike" cap="none" normalizeH="0" baseline="0" dirty="0" err="1">
                <a:ln>
                  <a:noFill/>
                </a:ln>
                <a:solidFill>
                  <a:srgbClr val="29A329"/>
                </a:solidFill>
                <a:effectLst/>
                <a:latin typeface="Arial Unicode MS"/>
              </a:rPr>
              <a:t>không</a:t>
            </a:r>
            <a:r>
              <a:rPr kumimoji="0" lang="en-US" altLang="en-US" sz="2400" b="0" i="0" u="none" strike="noStrike" cap="none" normalizeH="0" baseline="0" dirty="0">
                <a:ln>
                  <a:noFill/>
                </a:ln>
                <a:solidFill>
                  <a:srgbClr val="29A329"/>
                </a:solidFill>
                <a:effectLst/>
                <a:latin typeface="Arial Unicode MS"/>
              </a:rPr>
              <a:t>?</a:t>
            </a:r>
            <a:endParaRPr kumimoji="0" lang="en-US" altLang="en-US" sz="2400" b="0" i="0" u="none" strike="noStrike" cap="none" normalizeH="0" baseline="0" dirty="0">
              <a:ln>
                <a:noFill/>
              </a:ln>
              <a:solidFill>
                <a:schemeClr val="tx1"/>
              </a:solidFill>
              <a:effectLst/>
            </a:endParaRPr>
          </a:p>
          <a:p>
            <a:pPr lvl="0"/>
            <a:r>
              <a:rPr lang="en-US" altLang="en-US" sz="2400" dirty="0" err="1">
                <a:solidFill>
                  <a:srgbClr val="29A329"/>
                </a:solidFill>
                <a:latin typeface="Arial Unicode MS"/>
              </a:rPr>
              <a:t>Cả</a:t>
            </a:r>
            <a:r>
              <a:rPr lang="en-US" altLang="en-US" sz="2400" dirty="0">
                <a:solidFill>
                  <a:srgbClr val="29A329"/>
                </a:solidFill>
                <a:latin typeface="Arial Unicode MS"/>
              </a:rPr>
              <a:t> </a:t>
            </a:r>
            <a:r>
              <a:rPr lang="en-US" altLang="en-US" sz="2400" dirty="0" err="1">
                <a:solidFill>
                  <a:srgbClr val="29A329"/>
                </a:solidFill>
                <a:latin typeface="Arial Unicode MS"/>
              </a:rPr>
              <a:t>lớp</a:t>
            </a:r>
            <a:r>
              <a:rPr lang="en-US" altLang="en-US" sz="2400" dirty="0">
                <a:solidFill>
                  <a:srgbClr val="29A329"/>
                </a:solidFill>
                <a:latin typeface="Arial Unicode MS"/>
              </a:rPr>
              <a:t>, </a:t>
            </a:r>
            <a:r>
              <a:rPr lang="en-US" altLang="en-US" sz="2400" dirty="0" err="1">
                <a:solidFill>
                  <a:srgbClr val="29A329"/>
                </a:solidFill>
                <a:latin typeface="Arial Unicode MS"/>
              </a:rPr>
              <a:t>Về</a:t>
            </a:r>
            <a:r>
              <a:rPr lang="en-US" altLang="en-US" sz="2400" dirty="0">
                <a:solidFill>
                  <a:srgbClr val="29A329"/>
                </a:solidFill>
                <a:latin typeface="Arial Unicode MS"/>
              </a:rPr>
              <a:t> </a:t>
            </a:r>
            <a:r>
              <a:rPr lang="en-US" altLang="en-US" sz="2400" dirty="0" err="1">
                <a:solidFill>
                  <a:srgbClr val="29A329"/>
                </a:solidFill>
                <a:latin typeface="Arial Unicode MS"/>
              </a:rPr>
              <a:t>nhà</a:t>
            </a:r>
            <a:r>
              <a:rPr lang="en-US" altLang="en-US" sz="2400" dirty="0">
                <a:solidFill>
                  <a:srgbClr val="29A329"/>
                </a:solidFill>
                <a:latin typeface="Arial Unicode MS"/>
              </a:rPr>
              <a:t> </a:t>
            </a:r>
            <a:r>
              <a:rPr lang="en-US" altLang="en-US" sz="2400" dirty="0" err="1">
                <a:solidFill>
                  <a:srgbClr val="29A329"/>
                </a:solidFill>
                <a:latin typeface="Arial Unicode MS"/>
              </a:rPr>
              <a:t>nhớ</a:t>
            </a:r>
            <a:r>
              <a:rPr lang="en-US" altLang="en-US" sz="2400" dirty="0">
                <a:solidFill>
                  <a:srgbClr val="29A329"/>
                </a:solidFill>
                <a:latin typeface="Arial Unicode MS"/>
              </a:rPr>
              <a:t> </a:t>
            </a:r>
            <a:r>
              <a:rPr lang="en-US" altLang="en-US" sz="2400" dirty="0" err="1">
                <a:solidFill>
                  <a:srgbClr val="29A329"/>
                </a:solidFill>
                <a:latin typeface="Arial Unicode MS"/>
              </a:rPr>
              <a:t>làm</a:t>
            </a:r>
            <a:r>
              <a:rPr lang="en-US" altLang="en-US" sz="2400" dirty="0">
                <a:solidFill>
                  <a:srgbClr val="29A329"/>
                </a:solidFill>
                <a:latin typeface="Arial Unicode MS"/>
              </a:rPr>
              <a:t> </a:t>
            </a:r>
            <a:r>
              <a:rPr lang="en-US" altLang="en-US" sz="2400" dirty="0" err="1">
                <a:solidFill>
                  <a:srgbClr val="29A329"/>
                </a:solidFill>
                <a:latin typeface="Arial Unicode MS"/>
              </a:rPr>
              <a:t>bài</a:t>
            </a:r>
            <a:r>
              <a:rPr lang="en-US" altLang="en-US" sz="2400" dirty="0">
                <a:solidFill>
                  <a:srgbClr val="29A329"/>
                </a:solidFill>
                <a:latin typeface="Arial Unicode MS"/>
              </a:rPr>
              <a:t> </a:t>
            </a:r>
            <a:r>
              <a:rPr lang="en-US" altLang="en-US" sz="2400" dirty="0" err="1">
                <a:solidFill>
                  <a:srgbClr val="29A329"/>
                </a:solidFill>
                <a:latin typeface="Arial Unicode MS"/>
              </a:rPr>
              <a:t>tập</a:t>
            </a:r>
            <a:r>
              <a:rPr lang="en-US" altLang="en-US" sz="2400" dirty="0">
                <a:solidFill>
                  <a:srgbClr val="29A329"/>
                </a:solidFill>
                <a:latin typeface="Arial Unicode MS"/>
              </a:rPr>
              <a:t> </a:t>
            </a:r>
            <a:r>
              <a:rPr lang="en-US" altLang="en-US" sz="2400" dirty="0" err="1">
                <a:solidFill>
                  <a:srgbClr val="29A329"/>
                </a:solidFill>
                <a:latin typeface="Arial Unicode MS"/>
              </a:rPr>
              <a:t>nhé</a:t>
            </a:r>
            <a:r>
              <a:rPr lang="en-US" altLang="en-US" sz="2400" dirty="0">
                <a:solidFill>
                  <a:srgbClr val="29A329"/>
                </a:solidFill>
                <a:latin typeface="Arial Unicode MS"/>
              </a:rPr>
              <a:t>!</a:t>
            </a:r>
            <a:endParaRPr kumimoji="0" lang="en-US" altLang="en-US" sz="2400" b="0" i="0"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7289252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0"/>
                                          </p:stCondLst>
                                        </p:cTn>
                                        <p:tgtEl>
                                          <p:spTgt spid="614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147">
                                            <p:txEl>
                                              <p:pRg st="1" end="1"/>
                                            </p:txEl>
                                          </p:spTgt>
                                        </p:tgtEl>
                                        <p:attrNameLst>
                                          <p:attrName>style.visibility</p:attrName>
                                        </p:attrNameLst>
                                      </p:cBhvr>
                                      <p:to>
                                        <p:strVal val="visible"/>
                                      </p:to>
                                    </p:set>
                                  </p:childTnLst>
                                </p:cTn>
                              </p:par>
                            </p:childTnLst>
                          </p:cTn>
                        </p:par>
                        <p:par>
                          <p:cTn id="11" fill="hold">
                            <p:stCondLst>
                              <p:cond delay="0"/>
                            </p:stCondLst>
                            <p:childTnLst>
                              <p:par>
                                <p:cTn id="12" presetID="1" presetClass="entr" presetSubtype="0" fill="hold" grpId="0" nodeType="afterEffect">
                                  <p:stCondLst>
                                    <p:cond delay="0"/>
                                  </p:stCondLst>
                                  <p:childTnLst>
                                    <p:set>
                                      <p:cBhvr>
                                        <p:cTn id="13" dur="1" fill="hold">
                                          <p:stCondLst>
                                            <p:cond delay="0"/>
                                          </p:stCondLst>
                                        </p:cTn>
                                        <p:tgtEl>
                                          <p:spTgt spid="2"/>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nodeType="clickEffect">
                                  <p:stCondLst>
                                    <p:cond delay="0"/>
                                  </p:stCondLst>
                                  <p:childTnLst>
                                    <p:set>
                                      <p:cBhvr>
                                        <p:cTn id="17" dur="1" fill="hold">
                                          <p:stCondLst>
                                            <p:cond delay="0"/>
                                          </p:stCondLst>
                                        </p:cTn>
                                        <p:tgtEl>
                                          <p:spTgt spid="6147">
                                            <p:txEl>
                                              <p:pRg st="7" end="7"/>
                                            </p:txEl>
                                          </p:spTgt>
                                        </p:tgtEl>
                                        <p:attrNameLst>
                                          <p:attrName>style.visibility</p:attrName>
                                        </p:attrNameLst>
                                      </p:cBhvr>
                                      <p:to>
                                        <p:strVal val="visible"/>
                                      </p:to>
                                    </p:set>
                                  </p:childTnLst>
                                </p:cTn>
                              </p:par>
                            </p:childTnLst>
                          </p:cTn>
                        </p:par>
                        <p:par>
                          <p:cTn id="18" fill="hold">
                            <p:stCondLst>
                              <p:cond delay="0"/>
                            </p:stCondLst>
                            <p:childTnLst>
                              <p:par>
                                <p:cTn id="19" presetID="1" presetClass="entr" presetSubtype="0" fill="hold" grpId="0" nodeType="afterEffect">
                                  <p:stCondLst>
                                    <p:cond delay="0"/>
                                  </p:stCondLst>
                                  <p:childTnLst>
                                    <p:set>
                                      <p:cBhvr>
                                        <p:cTn id="2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9"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AD2704CE-C6D1-41A0-8FEA-203853D2A9FD}"/>
              </a:ext>
            </a:extLst>
          </p:cNvPr>
          <p:cNvSpPr>
            <a:spLocks noGrp="1"/>
          </p:cNvSpPr>
          <p:nvPr>
            <p:ph type="title"/>
          </p:nvPr>
        </p:nvSpPr>
        <p:spPr>
          <a:xfrm>
            <a:off x="152401" y="0"/>
            <a:ext cx="9028112" cy="914400"/>
          </a:xfrm>
        </p:spPr>
        <p:txBody>
          <a:bodyPr/>
          <a:lstStyle/>
          <a:p>
            <a:pPr algn="l">
              <a:lnSpc>
                <a:spcPct val="150000"/>
              </a:lnSpc>
              <a:spcBef>
                <a:spcPts val="1000"/>
              </a:spcBef>
              <a:buClr>
                <a:srgbClr val="215D9F"/>
              </a:buClr>
            </a:pPr>
            <a:r>
              <a:rPr lang="en-US" sz="3200">
                <a:solidFill>
                  <a:srgbClr val="0070C0"/>
                </a:solidFill>
              </a:rPr>
              <a:t>3. Hàm vô danh, lambda</a:t>
            </a:r>
          </a:p>
        </p:txBody>
      </p:sp>
      <p:sp>
        <p:nvSpPr>
          <p:cNvPr id="6147" name="Content Placeholder 2">
            <a:extLst>
              <a:ext uri="{FF2B5EF4-FFF2-40B4-BE49-F238E27FC236}">
                <a16:creationId xmlns:a16="http://schemas.microsoft.com/office/drawing/2014/main" id="{B389CA34-20DF-451F-B09F-9A7C082A79F9}"/>
              </a:ext>
            </a:extLst>
          </p:cNvPr>
          <p:cNvSpPr>
            <a:spLocks noGrp="1"/>
          </p:cNvSpPr>
          <p:nvPr>
            <p:ph idx="1"/>
          </p:nvPr>
        </p:nvSpPr>
        <p:spPr>
          <a:xfrm>
            <a:off x="228600" y="1066800"/>
            <a:ext cx="8578274" cy="4648200"/>
          </a:xfrm>
        </p:spPr>
        <p:txBody>
          <a:bodyPr/>
          <a:lstStyle/>
          <a:p>
            <a:pPr marL="457200" indent="-457200" algn="just">
              <a:lnSpc>
                <a:spcPct val="150000"/>
              </a:lnSpc>
              <a:buFont typeface="Wingdings" pitchFamily="2" charset="2"/>
              <a:buChar char="Ø"/>
            </a:pPr>
            <a:r>
              <a:rPr lang="en-US" altLang="en-US" sz="2800" dirty="0" err="1">
                <a:latin typeface="Times New Roman" panose="02020603050405020304" pitchFamily="18" charset="0"/>
                <a:cs typeface="Times New Roman" panose="02020603050405020304" pitchFamily="18" charset="0"/>
              </a:rPr>
              <a:t>Trong</a:t>
            </a:r>
            <a:r>
              <a:rPr lang="en-US" altLang="en-US" sz="2800" dirty="0">
                <a:latin typeface="Times New Roman" panose="02020603050405020304" pitchFamily="18" charset="0"/>
                <a:cs typeface="Times New Roman" panose="02020603050405020304" pitchFamily="18" charset="0"/>
              </a:rPr>
              <a:t> Python, </a:t>
            </a:r>
            <a:r>
              <a:rPr lang="en-US" altLang="en-US" sz="2800" dirty="0" err="1">
                <a:latin typeface="Times New Roman" panose="02020603050405020304" pitchFamily="18" charset="0"/>
                <a:cs typeface="Times New Roman" panose="02020603050405020304" pitchFamily="18" charset="0"/>
              </a:rPr>
              <a:t>hàm</a:t>
            </a:r>
            <a:r>
              <a:rPr lang="en-US" altLang="en-US" sz="2800" dirty="0">
                <a:latin typeface="Times New Roman" panose="02020603050405020304" pitchFamily="18" charset="0"/>
                <a:cs typeface="Times New Roman" panose="02020603050405020304" pitchFamily="18" charset="0"/>
              </a:rPr>
              <a:t> </a:t>
            </a:r>
            <a:r>
              <a:rPr lang="en-US" altLang="en-US" sz="2800" dirty="0" err="1">
                <a:latin typeface="Times New Roman" panose="02020603050405020304" pitchFamily="18" charset="0"/>
                <a:cs typeface="Times New Roman" panose="02020603050405020304" pitchFamily="18" charset="0"/>
              </a:rPr>
              <a:t>vô</a:t>
            </a:r>
            <a:r>
              <a:rPr lang="en-US" altLang="en-US" sz="2800" dirty="0">
                <a:latin typeface="Times New Roman" panose="02020603050405020304" pitchFamily="18" charset="0"/>
                <a:cs typeface="Times New Roman" panose="02020603050405020304" pitchFamily="18" charset="0"/>
              </a:rPr>
              <a:t> </a:t>
            </a:r>
            <a:r>
              <a:rPr lang="en-US" altLang="en-US" sz="2800" dirty="0" err="1">
                <a:latin typeface="Times New Roman" panose="02020603050405020304" pitchFamily="18" charset="0"/>
                <a:cs typeface="Times New Roman" panose="02020603050405020304" pitchFamily="18" charset="0"/>
              </a:rPr>
              <a:t>danh</a:t>
            </a:r>
            <a:r>
              <a:rPr lang="en-US" altLang="en-US" sz="2800" dirty="0">
                <a:latin typeface="Times New Roman" panose="02020603050405020304" pitchFamily="18" charset="0"/>
                <a:cs typeface="Times New Roman" panose="02020603050405020304" pitchFamily="18" charset="0"/>
              </a:rPr>
              <a:t> </a:t>
            </a:r>
            <a:r>
              <a:rPr lang="en-US" altLang="en-US" sz="2800" dirty="0" err="1">
                <a:latin typeface="Times New Roman" panose="02020603050405020304" pitchFamily="18" charset="0"/>
                <a:cs typeface="Times New Roman" panose="02020603050405020304" pitchFamily="18" charset="0"/>
              </a:rPr>
              <a:t>là</a:t>
            </a:r>
            <a:r>
              <a:rPr lang="en-US" altLang="en-US" sz="2800" dirty="0">
                <a:latin typeface="Times New Roman" panose="02020603050405020304" pitchFamily="18" charset="0"/>
                <a:cs typeface="Times New Roman" panose="02020603050405020304" pitchFamily="18" charset="0"/>
              </a:rPr>
              <a:t> </a:t>
            </a:r>
            <a:r>
              <a:rPr lang="en-US" altLang="en-US" sz="2800" dirty="0" err="1">
                <a:latin typeface="Times New Roman" panose="02020603050405020304" pitchFamily="18" charset="0"/>
                <a:cs typeface="Times New Roman" panose="02020603050405020304" pitchFamily="18" charset="0"/>
              </a:rPr>
              <a:t>hàm</a:t>
            </a:r>
            <a:r>
              <a:rPr lang="en-US" altLang="en-US" sz="2800" dirty="0">
                <a:latin typeface="Times New Roman" panose="02020603050405020304" pitchFamily="18" charset="0"/>
                <a:cs typeface="Times New Roman" panose="02020603050405020304" pitchFamily="18" charset="0"/>
              </a:rPr>
              <a:t> </a:t>
            </a:r>
            <a:r>
              <a:rPr lang="en-US" altLang="en-US" sz="2800" dirty="0" err="1">
                <a:latin typeface="Times New Roman" panose="02020603050405020304" pitchFamily="18" charset="0"/>
                <a:cs typeface="Times New Roman" panose="02020603050405020304" pitchFamily="18" charset="0"/>
              </a:rPr>
              <a:t>được</a:t>
            </a:r>
            <a:r>
              <a:rPr lang="en-US" altLang="en-US" sz="2800" dirty="0">
                <a:latin typeface="Times New Roman" panose="02020603050405020304" pitchFamily="18" charset="0"/>
                <a:cs typeface="Times New Roman" panose="02020603050405020304" pitchFamily="18" charset="0"/>
              </a:rPr>
              <a:t> </a:t>
            </a:r>
            <a:r>
              <a:rPr lang="en-US" altLang="en-US" sz="2800" dirty="0" err="1">
                <a:latin typeface="Times New Roman" panose="02020603050405020304" pitchFamily="18" charset="0"/>
                <a:cs typeface="Times New Roman" panose="02020603050405020304" pitchFamily="18" charset="0"/>
              </a:rPr>
              <a:t>định</a:t>
            </a:r>
            <a:r>
              <a:rPr lang="en-US" altLang="en-US" sz="2800" dirty="0">
                <a:latin typeface="Times New Roman" panose="02020603050405020304" pitchFamily="18" charset="0"/>
                <a:cs typeface="Times New Roman" panose="02020603050405020304" pitchFamily="18" charset="0"/>
              </a:rPr>
              <a:t> </a:t>
            </a:r>
            <a:r>
              <a:rPr lang="en-US" altLang="en-US" sz="2800" dirty="0" err="1">
                <a:latin typeface="Times New Roman" panose="02020603050405020304" pitchFamily="18" charset="0"/>
                <a:cs typeface="Times New Roman" panose="02020603050405020304" pitchFamily="18" charset="0"/>
              </a:rPr>
              <a:t>nghĩa</a:t>
            </a:r>
            <a:r>
              <a:rPr lang="en-US" altLang="en-US" sz="2800" dirty="0">
                <a:latin typeface="Times New Roman" panose="02020603050405020304" pitchFamily="18" charset="0"/>
                <a:cs typeface="Times New Roman" panose="02020603050405020304" pitchFamily="18" charset="0"/>
              </a:rPr>
              <a:t> </a:t>
            </a:r>
            <a:r>
              <a:rPr lang="en-US" altLang="en-US" sz="2800" dirty="0" err="1">
                <a:latin typeface="Times New Roman" panose="02020603050405020304" pitchFamily="18" charset="0"/>
                <a:cs typeface="Times New Roman" panose="02020603050405020304" pitchFamily="18" charset="0"/>
              </a:rPr>
              <a:t>mà</a:t>
            </a:r>
            <a:r>
              <a:rPr lang="en-US" altLang="en-US" sz="2800" dirty="0">
                <a:latin typeface="Times New Roman" panose="02020603050405020304" pitchFamily="18" charset="0"/>
                <a:cs typeface="Times New Roman" panose="02020603050405020304" pitchFamily="18" charset="0"/>
              </a:rPr>
              <a:t> </a:t>
            </a:r>
            <a:r>
              <a:rPr lang="en-US" altLang="en-US" sz="2800" dirty="0" err="1">
                <a:latin typeface="Times New Roman" panose="02020603050405020304" pitchFamily="18" charset="0"/>
                <a:cs typeface="Times New Roman" panose="02020603050405020304" pitchFamily="18" charset="0"/>
              </a:rPr>
              <a:t>không</a:t>
            </a:r>
            <a:r>
              <a:rPr lang="en-US" altLang="en-US" sz="2800" dirty="0">
                <a:latin typeface="Times New Roman" panose="02020603050405020304" pitchFamily="18" charset="0"/>
                <a:cs typeface="Times New Roman" panose="02020603050405020304" pitchFamily="18" charset="0"/>
              </a:rPr>
              <a:t> </a:t>
            </a:r>
            <a:r>
              <a:rPr lang="en-US" altLang="en-US" sz="2800" dirty="0" err="1">
                <a:latin typeface="Times New Roman" panose="02020603050405020304" pitchFamily="18" charset="0"/>
                <a:cs typeface="Times New Roman" panose="02020603050405020304" pitchFamily="18" charset="0"/>
              </a:rPr>
              <a:t>có</a:t>
            </a:r>
            <a:r>
              <a:rPr lang="en-US" altLang="en-US" sz="2800" dirty="0">
                <a:latin typeface="Times New Roman" panose="02020603050405020304" pitchFamily="18" charset="0"/>
                <a:cs typeface="Times New Roman" panose="02020603050405020304" pitchFamily="18" charset="0"/>
              </a:rPr>
              <a:t> </a:t>
            </a:r>
            <a:r>
              <a:rPr lang="en-US" altLang="en-US" sz="2800" dirty="0" err="1">
                <a:latin typeface="Times New Roman" panose="02020603050405020304" pitchFamily="18" charset="0"/>
                <a:cs typeface="Times New Roman" panose="02020603050405020304" pitchFamily="18" charset="0"/>
              </a:rPr>
              <a:t>tên</a:t>
            </a:r>
            <a:r>
              <a:rPr lang="en-US" altLang="en-US" sz="2800" dirty="0">
                <a:latin typeface="Times New Roman" panose="02020603050405020304" pitchFamily="18" charset="0"/>
                <a:cs typeface="Times New Roman" panose="02020603050405020304" pitchFamily="18" charset="0"/>
              </a:rPr>
              <a:t>.</a:t>
            </a:r>
          </a:p>
          <a:p>
            <a:pPr marL="457200" indent="-457200" algn="just">
              <a:lnSpc>
                <a:spcPct val="150000"/>
              </a:lnSpc>
              <a:buFont typeface="Wingdings" pitchFamily="2" charset="2"/>
              <a:buChar char="Ø"/>
            </a:pPr>
            <a:r>
              <a:rPr lang="en-US" altLang="en-US" sz="2800" dirty="0" err="1">
                <a:latin typeface="Times New Roman" panose="02020603050405020304" pitchFamily="18" charset="0"/>
                <a:cs typeface="Times New Roman" panose="02020603050405020304" pitchFamily="18" charset="0"/>
              </a:rPr>
              <a:t>Nếu</a:t>
            </a:r>
            <a:r>
              <a:rPr lang="en-US" altLang="en-US" sz="2800" dirty="0">
                <a:latin typeface="Times New Roman" panose="02020603050405020304" pitchFamily="18" charset="0"/>
                <a:cs typeface="Times New Roman" panose="02020603050405020304" pitchFamily="18" charset="0"/>
              </a:rPr>
              <a:t> </a:t>
            </a:r>
            <a:r>
              <a:rPr lang="en-US" altLang="en-US" sz="2800" dirty="0" err="1">
                <a:latin typeface="Times New Roman" panose="02020603050405020304" pitchFamily="18" charset="0"/>
                <a:cs typeface="Times New Roman" panose="02020603050405020304" pitchFamily="18" charset="0"/>
              </a:rPr>
              <a:t>các</a:t>
            </a:r>
            <a:r>
              <a:rPr lang="en-US" altLang="en-US" sz="2800" dirty="0">
                <a:latin typeface="Times New Roman" panose="02020603050405020304" pitchFamily="18" charset="0"/>
                <a:cs typeface="Times New Roman" panose="02020603050405020304" pitchFamily="18" charset="0"/>
              </a:rPr>
              <a:t> </a:t>
            </a:r>
            <a:r>
              <a:rPr lang="en-US" altLang="en-US" sz="2800" dirty="0" err="1">
                <a:latin typeface="Times New Roman" panose="02020603050405020304" pitchFamily="18" charset="0"/>
                <a:cs typeface="Times New Roman" panose="02020603050405020304" pitchFamily="18" charset="0"/>
              </a:rPr>
              <a:t>hàm</a:t>
            </a:r>
            <a:r>
              <a:rPr lang="en-US" altLang="en-US" sz="2800" dirty="0">
                <a:latin typeface="Times New Roman" panose="02020603050405020304" pitchFamily="18" charset="0"/>
                <a:cs typeface="Times New Roman" panose="02020603050405020304" pitchFamily="18" charset="0"/>
              </a:rPr>
              <a:t> </a:t>
            </a:r>
            <a:r>
              <a:rPr lang="en-US" altLang="en-US" sz="2800" dirty="0" err="1">
                <a:latin typeface="Times New Roman" panose="02020603050405020304" pitchFamily="18" charset="0"/>
                <a:cs typeface="Times New Roman" panose="02020603050405020304" pitchFamily="18" charset="0"/>
              </a:rPr>
              <a:t>bình</a:t>
            </a:r>
            <a:r>
              <a:rPr lang="en-US" altLang="en-US" sz="2800" dirty="0">
                <a:latin typeface="Times New Roman" panose="02020603050405020304" pitchFamily="18" charset="0"/>
                <a:cs typeface="Times New Roman" panose="02020603050405020304" pitchFamily="18" charset="0"/>
              </a:rPr>
              <a:t> </a:t>
            </a:r>
            <a:r>
              <a:rPr lang="en-US" altLang="en-US" sz="2800" dirty="0" err="1">
                <a:latin typeface="Times New Roman" panose="02020603050405020304" pitchFamily="18" charset="0"/>
                <a:cs typeface="Times New Roman" panose="02020603050405020304" pitchFamily="18" charset="0"/>
              </a:rPr>
              <a:t>thường</a:t>
            </a:r>
            <a:r>
              <a:rPr lang="en-US" altLang="en-US" sz="2800" dirty="0">
                <a:latin typeface="Times New Roman" panose="02020603050405020304" pitchFamily="18" charset="0"/>
                <a:cs typeface="Times New Roman" panose="02020603050405020304" pitchFamily="18" charset="0"/>
              </a:rPr>
              <a:t> </a:t>
            </a:r>
            <a:r>
              <a:rPr lang="en-US" altLang="en-US" sz="2800" dirty="0" err="1">
                <a:latin typeface="Times New Roman" panose="02020603050405020304" pitchFamily="18" charset="0"/>
                <a:cs typeface="Times New Roman" panose="02020603050405020304" pitchFamily="18" charset="0"/>
              </a:rPr>
              <a:t>được</a:t>
            </a:r>
            <a:r>
              <a:rPr lang="en-US" altLang="en-US" sz="2800" dirty="0">
                <a:latin typeface="Times New Roman" panose="02020603050405020304" pitchFamily="18" charset="0"/>
                <a:cs typeface="Times New Roman" panose="02020603050405020304" pitchFamily="18" charset="0"/>
              </a:rPr>
              <a:t> </a:t>
            </a:r>
            <a:r>
              <a:rPr lang="en-US" altLang="en-US" sz="2800" dirty="0" err="1">
                <a:latin typeface="Times New Roman" panose="02020603050405020304" pitchFamily="18" charset="0"/>
                <a:cs typeface="Times New Roman" panose="02020603050405020304" pitchFamily="18" charset="0"/>
              </a:rPr>
              <a:t>định</a:t>
            </a:r>
            <a:r>
              <a:rPr lang="en-US" altLang="en-US" sz="2800" dirty="0">
                <a:latin typeface="Times New Roman" panose="02020603050405020304" pitchFamily="18" charset="0"/>
                <a:cs typeface="Times New Roman" panose="02020603050405020304" pitchFamily="18" charset="0"/>
              </a:rPr>
              <a:t> </a:t>
            </a:r>
            <a:r>
              <a:rPr lang="en-US" altLang="en-US" sz="2800" dirty="0" err="1">
                <a:latin typeface="Times New Roman" panose="02020603050405020304" pitchFamily="18" charset="0"/>
                <a:cs typeface="Times New Roman" panose="02020603050405020304" pitchFamily="18" charset="0"/>
              </a:rPr>
              <a:t>nghĩa</a:t>
            </a:r>
            <a:r>
              <a:rPr lang="en-US" altLang="en-US" sz="2800" dirty="0">
                <a:latin typeface="Times New Roman" panose="02020603050405020304" pitchFamily="18" charset="0"/>
                <a:cs typeface="Times New Roman" panose="02020603050405020304" pitchFamily="18" charset="0"/>
              </a:rPr>
              <a:t> </a:t>
            </a:r>
            <a:r>
              <a:rPr lang="en-US" altLang="en-US" sz="2800" dirty="0" err="1">
                <a:latin typeface="Times New Roman" panose="02020603050405020304" pitchFamily="18" charset="0"/>
                <a:cs typeface="Times New Roman" panose="02020603050405020304" pitchFamily="18" charset="0"/>
              </a:rPr>
              <a:t>bằng</a:t>
            </a:r>
            <a:r>
              <a:rPr lang="en-US" altLang="en-US" sz="2800" dirty="0">
                <a:latin typeface="Times New Roman" panose="02020603050405020304" pitchFamily="18" charset="0"/>
                <a:cs typeface="Times New Roman" panose="02020603050405020304" pitchFamily="18" charset="0"/>
              </a:rPr>
              <a:t> </a:t>
            </a:r>
            <a:r>
              <a:rPr lang="en-US" altLang="en-US" sz="2800" dirty="0" err="1">
                <a:latin typeface="Times New Roman" panose="02020603050405020304" pitchFamily="18" charset="0"/>
                <a:cs typeface="Times New Roman" panose="02020603050405020304" pitchFamily="18" charset="0"/>
              </a:rPr>
              <a:t>cách</a:t>
            </a:r>
            <a:r>
              <a:rPr lang="en-US" altLang="en-US" sz="2800" dirty="0">
                <a:latin typeface="Times New Roman" panose="02020603050405020304" pitchFamily="18" charset="0"/>
                <a:cs typeface="Times New Roman" panose="02020603050405020304" pitchFamily="18" charset="0"/>
              </a:rPr>
              <a:t> </a:t>
            </a:r>
            <a:r>
              <a:rPr lang="en-US" altLang="en-US" sz="2800" dirty="0" err="1">
                <a:latin typeface="Times New Roman" panose="02020603050405020304" pitchFamily="18" charset="0"/>
                <a:cs typeface="Times New Roman" panose="02020603050405020304" pitchFamily="18" charset="0"/>
              </a:rPr>
              <a:t>sử</a:t>
            </a:r>
            <a:r>
              <a:rPr lang="en-US" altLang="en-US" sz="2800" dirty="0">
                <a:latin typeface="Times New Roman" panose="02020603050405020304" pitchFamily="18" charset="0"/>
                <a:cs typeface="Times New Roman" panose="02020603050405020304" pitchFamily="18" charset="0"/>
              </a:rPr>
              <a:t> </a:t>
            </a:r>
            <a:r>
              <a:rPr lang="en-US" altLang="en-US" sz="2800" dirty="0" err="1">
                <a:latin typeface="Times New Roman" panose="02020603050405020304" pitchFamily="18" charset="0"/>
                <a:cs typeface="Times New Roman" panose="02020603050405020304" pitchFamily="18" charset="0"/>
              </a:rPr>
              <a:t>dụng</a:t>
            </a:r>
            <a:r>
              <a:rPr lang="en-US" altLang="en-US" sz="2800" dirty="0">
                <a:latin typeface="Times New Roman" panose="02020603050405020304" pitchFamily="18" charset="0"/>
                <a:cs typeface="Times New Roman" panose="02020603050405020304" pitchFamily="18" charset="0"/>
              </a:rPr>
              <a:t> </a:t>
            </a:r>
            <a:r>
              <a:rPr lang="en-US" altLang="en-US" sz="2800" dirty="0" err="1">
                <a:latin typeface="Times New Roman" panose="02020603050405020304" pitchFamily="18" charset="0"/>
                <a:cs typeface="Times New Roman" panose="02020603050405020304" pitchFamily="18" charset="0"/>
              </a:rPr>
              <a:t>từ</a:t>
            </a:r>
            <a:r>
              <a:rPr lang="en-US" altLang="en-US" sz="2800" dirty="0">
                <a:latin typeface="Times New Roman" panose="02020603050405020304" pitchFamily="18" charset="0"/>
                <a:cs typeface="Times New Roman" panose="02020603050405020304" pitchFamily="18" charset="0"/>
              </a:rPr>
              <a:t> </a:t>
            </a:r>
            <a:r>
              <a:rPr lang="en-US" altLang="en-US" sz="2800" dirty="0" err="1">
                <a:latin typeface="Times New Roman" panose="02020603050405020304" pitchFamily="18" charset="0"/>
                <a:cs typeface="Times New Roman" panose="02020603050405020304" pitchFamily="18" charset="0"/>
              </a:rPr>
              <a:t>khóa</a:t>
            </a:r>
            <a:r>
              <a:rPr lang="en-US" altLang="en-US" sz="2800" dirty="0">
                <a:latin typeface="Times New Roman" panose="02020603050405020304" pitchFamily="18" charset="0"/>
                <a:cs typeface="Times New Roman" panose="02020603050405020304" pitchFamily="18" charset="0"/>
              </a:rPr>
              <a:t> </a:t>
            </a:r>
            <a:r>
              <a:rPr lang="en-US" altLang="en-US" sz="2800" b="1" dirty="0">
                <a:solidFill>
                  <a:srgbClr val="FF0000"/>
                </a:solidFill>
                <a:latin typeface="Times New Roman" panose="02020603050405020304" pitchFamily="18" charset="0"/>
                <a:cs typeface="Times New Roman" panose="02020603050405020304" pitchFamily="18" charset="0"/>
              </a:rPr>
              <a:t>def</a:t>
            </a:r>
            <a:r>
              <a:rPr lang="en-US" altLang="en-US" sz="2800" dirty="0">
                <a:latin typeface="Times New Roman" panose="02020603050405020304" pitchFamily="18" charset="0"/>
                <a:cs typeface="Times New Roman" panose="02020603050405020304" pitchFamily="18" charset="0"/>
              </a:rPr>
              <a:t>, </a:t>
            </a:r>
            <a:r>
              <a:rPr lang="en-US" altLang="en-US" sz="2800" dirty="0" err="1">
                <a:latin typeface="Times New Roman" panose="02020603050405020304" pitchFamily="18" charset="0"/>
                <a:cs typeface="Times New Roman" panose="02020603050405020304" pitchFamily="18" charset="0"/>
              </a:rPr>
              <a:t>thì</a:t>
            </a:r>
            <a:r>
              <a:rPr lang="en-US" altLang="en-US" sz="2800" dirty="0">
                <a:latin typeface="Times New Roman" panose="02020603050405020304" pitchFamily="18" charset="0"/>
                <a:cs typeface="Times New Roman" panose="02020603050405020304" pitchFamily="18" charset="0"/>
              </a:rPr>
              <a:t> </a:t>
            </a:r>
            <a:r>
              <a:rPr lang="en-US" altLang="en-US" sz="2800" dirty="0" err="1">
                <a:latin typeface="Times New Roman" panose="02020603050405020304" pitchFamily="18" charset="0"/>
                <a:cs typeface="Times New Roman" panose="02020603050405020304" pitchFamily="18" charset="0"/>
              </a:rPr>
              <a:t>hàm</a:t>
            </a:r>
            <a:r>
              <a:rPr lang="en-US" altLang="en-US" sz="2800" dirty="0">
                <a:latin typeface="Times New Roman" panose="02020603050405020304" pitchFamily="18" charset="0"/>
                <a:cs typeface="Times New Roman" panose="02020603050405020304" pitchFamily="18" charset="0"/>
              </a:rPr>
              <a:t> </a:t>
            </a:r>
            <a:r>
              <a:rPr lang="en-US" altLang="en-US" sz="2800" dirty="0" err="1">
                <a:latin typeface="Times New Roman" panose="02020603050405020304" pitchFamily="18" charset="0"/>
                <a:cs typeface="Times New Roman" panose="02020603050405020304" pitchFamily="18" charset="0"/>
              </a:rPr>
              <a:t>vô</a:t>
            </a:r>
            <a:r>
              <a:rPr lang="en-US" altLang="en-US" sz="2800" dirty="0">
                <a:latin typeface="Times New Roman" panose="02020603050405020304" pitchFamily="18" charset="0"/>
                <a:cs typeface="Times New Roman" panose="02020603050405020304" pitchFamily="18" charset="0"/>
              </a:rPr>
              <a:t> </a:t>
            </a:r>
            <a:r>
              <a:rPr lang="en-US" altLang="en-US" sz="2800" dirty="0" err="1">
                <a:latin typeface="Times New Roman" panose="02020603050405020304" pitchFamily="18" charset="0"/>
                <a:cs typeface="Times New Roman" panose="02020603050405020304" pitchFamily="18" charset="0"/>
              </a:rPr>
              <a:t>danh</a:t>
            </a:r>
            <a:r>
              <a:rPr lang="en-US" altLang="en-US" sz="2800" dirty="0">
                <a:latin typeface="Times New Roman" panose="02020603050405020304" pitchFamily="18" charset="0"/>
                <a:cs typeface="Times New Roman" panose="02020603050405020304" pitchFamily="18" charset="0"/>
              </a:rPr>
              <a:t> </a:t>
            </a:r>
            <a:r>
              <a:rPr lang="en-US" altLang="en-US" sz="2800" dirty="0" err="1">
                <a:latin typeface="Times New Roman" panose="02020603050405020304" pitchFamily="18" charset="0"/>
                <a:cs typeface="Times New Roman" panose="02020603050405020304" pitchFamily="18" charset="0"/>
              </a:rPr>
              <a:t>được</a:t>
            </a:r>
            <a:r>
              <a:rPr lang="en-US" altLang="en-US" sz="2800" dirty="0">
                <a:latin typeface="Times New Roman" panose="02020603050405020304" pitchFamily="18" charset="0"/>
                <a:cs typeface="Times New Roman" panose="02020603050405020304" pitchFamily="18" charset="0"/>
              </a:rPr>
              <a:t> </a:t>
            </a:r>
            <a:r>
              <a:rPr lang="en-US" altLang="en-US" sz="2800" dirty="0" err="1">
                <a:latin typeface="Times New Roman" panose="02020603050405020304" pitchFamily="18" charset="0"/>
                <a:cs typeface="Times New Roman" panose="02020603050405020304" pitchFamily="18" charset="0"/>
              </a:rPr>
              <a:t>định</a:t>
            </a:r>
            <a:r>
              <a:rPr lang="en-US" altLang="en-US" sz="2800" dirty="0">
                <a:latin typeface="Times New Roman" panose="02020603050405020304" pitchFamily="18" charset="0"/>
                <a:cs typeface="Times New Roman" panose="02020603050405020304" pitchFamily="18" charset="0"/>
              </a:rPr>
              <a:t> </a:t>
            </a:r>
            <a:r>
              <a:rPr lang="en-US" altLang="en-US" sz="2800" dirty="0" err="1">
                <a:latin typeface="Times New Roman" panose="02020603050405020304" pitchFamily="18" charset="0"/>
                <a:cs typeface="Times New Roman" panose="02020603050405020304" pitchFamily="18" charset="0"/>
              </a:rPr>
              <a:t>nghĩa</a:t>
            </a:r>
            <a:r>
              <a:rPr lang="en-US" altLang="en-US" sz="2800" dirty="0">
                <a:latin typeface="Times New Roman" panose="02020603050405020304" pitchFamily="18" charset="0"/>
                <a:cs typeface="Times New Roman" panose="02020603050405020304" pitchFamily="18" charset="0"/>
              </a:rPr>
              <a:t> </a:t>
            </a:r>
            <a:r>
              <a:rPr lang="en-US" altLang="en-US" sz="2800" dirty="0" err="1">
                <a:latin typeface="Times New Roman" panose="02020603050405020304" pitchFamily="18" charset="0"/>
                <a:cs typeface="Times New Roman" panose="02020603050405020304" pitchFamily="18" charset="0"/>
              </a:rPr>
              <a:t>bằng</a:t>
            </a:r>
            <a:r>
              <a:rPr lang="en-US" altLang="en-US" sz="2800" dirty="0">
                <a:latin typeface="Times New Roman" panose="02020603050405020304" pitchFamily="18" charset="0"/>
                <a:cs typeface="Times New Roman" panose="02020603050405020304" pitchFamily="18" charset="0"/>
              </a:rPr>
              <a:t> </a:t>
            </a:r>
            <a:r>
              <a:rPr lang="en-US" altLang="en-US" sz="2800" dirty="0" err="1">
                <a:latin typeface="Times New Roman" panose="02020603050405020304" pitchFamily="18" charset="0"/>
                <a:cs typeface="Times New Roman" panose="02020603050405020304" pitchFamily="18" charset="0"/>
              </a:rPr>
              <a:t>cách</a:t>
            </a:r>
            <a:r>
              <a:rPr lang="en-US" altLang="en-US" sz="2800" dirty="0">
                <a:latin typeface="Times New Roman" panose="02020603050405020304" pitchFamily="18" charset="0"/>
                <a:cs typeface="Times New Roman" panose="02020603050405020304" pitchFamily="18" charset="0"/>
              </a:rPr>
              <a:t> </a:t>
            </a:r>
            <a:r>
              <a:rPr lang="en-US" altLang="en-US" sz="2800" dirty="0" err="1">
                <a:latin typeface="Times New Roman" panose="02020603050405020304" pitchFamily="18" charset="0"/>
                <a:cs typeface="Times New Roman" panose="02020603050405020304" pitchFamily="18" charset="0"/>
              </a:rPr>
              <a:t>sử</a:t>
            </a:r>
            <a:r>
              <a:rPr lang="en-US" altLang="en-US" sz="2800" dirty="0">
                <a:latin typeface="Times New Roman" panose="02020603050405020304" pitchFamily="18" charset="0"/>
                <a:cs typeface="Times New Roman" panose="02020603050405020304" pitchFamily="18" charset="0"/>
              </a:rPr>
              <a:t> </a:t>
            </a:r>
            <a:r>
              <a:rPr lang="en-US" altLang="en-US" sz="2800" dirty="0" err="1">
                <a:latin typeface="Times New Roman" panose="02020603050405020304" pitchFamily="18" charset="0"/>
                <a:cs typeface="Times New Roman" panose="02020603050405020304" pitchFamily="18" charset="0"/>
              </a:rPr>
              <a:t>dụng</a:t>
            </a:r>
            <a:r>
              <a:rPr lang="en-US" altLang="en-US" sz="2800" dirty="0">
                <a:latin typeface="Times New Roman" panose="02020603050405020304" pitchFamily="18" charset="0"/>
                <a:cs typeface="Times New Roman" panose="02020603050405020304" pitchFamily="18" charset="0"/>
              </a:rPr>
              <a:t> </a:t>
            </a:r>
            <a:r>
              <a:rPr lang="en-US" altLang="en-US" sz="2800" dirty="0" err="1">
                <a:latin typeface="Times New Roman" panose="02020603050405020304" pitchFamily="18" charset="0"/>
                <a:cs typeface="Times New Roman" panose="02020603050405020304" pitchFamily="18" charset="0"/>
              </a:rPr>
              <a:t>từ</a:t>
            </a:r>
            <a:r>
              <a:rPr lang="en-US" altLang="en-US" sz="2800" dirty="0">
                <a:latin typeface="Times New Roman" panose="02020603050405020304" pitchFamily="18" charset="0"/>
                <a:cs typeface="Times New Roman" panose="02020603050405020304" pitchFamily="18" charset="0"/>
              </a:rPr>
              <a:t> </a:t>
            </a:r>
            <a:r>
              <a:rPr lang="en-US" altLang="en-US" sz="2800" dirty="0" err="1">
                <a:latin typeface="Times New Roman" panose="02020603050405020304" pitchFamily="18" charset="0"/>
                <a:cs typeface="Times New Roman" panose="02020603050405020304" pitchFamily="18" charset="0"/>
              </a:rPr>
              <a:t>khóa</a:t>
            </a:r>
            <a:r>
              <a:rPr lang="en-US" altLang="en-US" sz="2800" dirty="0">
                <a:latin typeface="Times New Roman" panose="02020603050405020304" pitchFamily="18" charset="0"/>
                <a:cs typeface="Times New Roman" panose="02020603050405020304" pitchFamily="18" charset="0"/>
              </a:rPr>
              <a:t> </a:t>
            </a:r>
            <a:r>
              <a:rPr lang="en-US" altLang="en-US" sz="2800" b="1" dirty="0">
                <a:solidFill>
                  <a:srgbClr val="FF0000"/>
                </a:solidFill>
                <a:latin typeface="Times New Roman" panose="02020603050405020304" pitchFamily="18" charset="0"/>
                <a:cs typeface="Times New Roman" panose="02020603050405020304" pitchFamily="18" charset="0"/>
              </a:rPr>
              <a:t>lambda</a:t>
            </a:r>
            <a:endParaRPr lang="en-US" sz="2800" b="1" dirty="0">
              <a:solidFill>
                <a:srgbClr val="FF0000"/>
              </a:solidFill>
              <a:latin typeface="Times New Roman" panose="02020603050405020304" pitchFamily="18" charset="0"/>
              <a:cs typeface="Times New Roman" panose="02020603050405020304" pitchFamily="18" charset="0"/>
            </a:endParaRPr>
          </a:p>
          <a:p>
            <a:pPr marL="457200" indent="-457200" algn="just">
              <a:lnSpc>
                <a:spcPct val="150000"/>
              </a:lnSpc>
              <a:spcBef>
                <a:spcPts val="600"/>
              </a:spcBef>
              <a:buFont typeface="Wingdings" pitchFamily="2" charset="2"/>
              <a:buChar char="Ø"/>
            </a:pPr>
            <a:endParaRPr lang="en-US" sz="2800" dirty="0">
              <a:latin typeface="Times New Roman" panose="02020603050405020304" pitchFamily="18" charset="0"/>
              <a:cs typeface="Times New Roman" panose="02020603050405020304" pitchFamily="18" charset="0"/>
            </a:endParaRPr>
          </a:p>
        </p:txBody>
      </p:sp>
      <p:sp>
        <p:nvSpPr>
          <p:cNvPr id="6148" name="Slide Number Placeholder 3">
            <a:extLst>
              <a:ext uri="{FF2B5EF4-FFF2-40B4-BE49-F238E27FC236}">
                <a16:creationId xmlns:a16="http://schemas.microsoft.com/office/drawing/2014/main" id="{6387F6B7-3E78-4DC2-ACF4-7A9010C88B16}"/>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E46C0A"/>
              </a:buClr>
              <a:buFont typeface="Wingdings" panose="05000000000000000000" pitchFamily="2" charset="2"/>
              <a:buChar char="v"/>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742950" indent="-285750">
              <a:spcBef>
                <a:spcPct val="20000"/>
              </a:spcBef>
              <a:buClr>
                <a:srgbClr val="E46C0A"/>
              </a:buClr>
              <a:buFont typeface="Wingdings" panose="05000000000000000000" pitchFamily="2" charset="2"/>
              <a:buChar char="q"/>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marL="1143000" indent="-228600">
              <a:spcBef>
                <a:spcPct val="20000"/>
              </a:spcBef>
              <a:buClr>
                <a:srgbClr val="E46C0A"/>
              </a:buClr>
              <a:buFont typeface="Wingdings" panose="05000000000000000000" pitchFamily="2" charset="2"/>
              <a:buChar char="Ø"/>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3pPr>
            <a:lvl4pPr marL="1600200" indent="-228600">
              <a:spcBef>
                <a:spcPct val="20000"/>
              </a:spcBef>
              <a:buClr>
                <a:srgbClr val="E46C0A"/>
              </a:buClr>
              <a:buFont typeface="Courier New" panose="02070309020205020404" pitchFamily="49" charset="0"/>
              <a:buChar char="o"/>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4pPr>
            <a:lvl5pPr marL="2057400" indent="-228600">
              <a:spcBef>
                <a:spcPct val="20000"/>
              </a:spcBef>
              <a:buFont typeface="Arial" panose="020B0604020202020204" pitchFamily="34" charset="0"/>
              <a:buChar char="»"/>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9pPr>
          </a:lstStyle>
          <a:p>
            <a:pPr>
              <a:spcBef>
                <a:spcPct val="0"/>
              </a:spcBef>
              <a:buClrTx/>
              <a:buFontTx/>
              <a:buNone/>
            </a:pPr>
            <a:fld id="{E4B56E55-BAAA-4880-94A1-7A8094250C64}" type="slidenum">
              <a:rPr lang="en-US" altLang="en-US" sz="1400" smtClean="0">
                <a:solidFill>
                  <a:srgbClr val="002060"/>
                </a:solidFill>
                <a:latin typeface="Arial" panose="020B0604020202020204" pitchFamily="34" charset="0"/>
                <a:cs typeface="Arial" panose="020B0604020202020204" pitchFamily="34" charset="0"/>
              </a:rPr>
              <a:pPr>
                <a:spcBef>
                  <a:spcPct val="0"/>
                </a:spcBef>
                <a:buClrTx/>
                <a:buFontTx/>
                <a:buNone/>
              </a:pPr>
              <a:t>35</a:t>
            </a:fld>
            <a:endParaRPr lang="en-US" altLang="en-US" sz="1400">
              <a:solidFill>
                <a:srgbClr val="00206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87627229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AD2704CE-C6D1-41A0-8FEA-203853D2A9FD}"/>
              </a:ext>
            </a:extLst>
          </p:cNvPr>
          <p:cNvSpPr>
            <a:spLocks noGrp="1"/>
          </p:cNvSpPr>
          <p:nvPr>
            <p:ph type="title"/>
          </p:nvPr>
        </p:nvSpPr>
        <p:spPr>
          <a:xfrm>
            <a:off x="152401" y="0"/>
            <a:ext cx="9028112" cy="914400"/>
          </a:xfrm>
        </p:spPr>
        <p:txBody>
          <a:bodyPr/>
          <a:lstStyle/>
          <a:p>
            <a:pPr algn="l">
              <a:lnSpc>
                <a:spcPct val="150000"/>
              </a:lnSpc>
              <a:spcBef>
                <a:spcPts val="1000"/>
              </a:spcBef>
              <a:buClr>
                <a:srgbClr val="215D9F"/>
              </a:buClr>
            </a:pPr>
            <a:r>
              <a:rPr lang="en-US" sz="3200">
                <a:solidFill>
                  <a:srgbClr val="0070C0"/>
                </a:solidFill>
              </a:rPr>
              <a:t>3. Hàm vô danh, lambda</a:t>
            </a:r>
          </a:p>
        </p:txBody>
      </p:sp>
      <p:sp>
        <p:nvSpPr>
          <p:cNvPr id="6147" name="Content Placeholder 2">
            <a:extLst>
              <a:ext uri="{FF2B5EF4-FFF2-40B4-BE49-F238E27FC236}">
                <a16:creationId xmlns:a16="http://schemas.microsoft.com/office/drawing/2014/main" id="{B389CA34-20DF-451F-B09F-9A7C082A79F9}"/>
              </a:ext>
            </a:extLst>
          </p:cNvPr>
          <p:cNvSpPr>
            <a:spLocks noGrp="1"/>
          </p:cNvSpPr>
          <p:nvPr>
            <p:ph idx="1"/>
          </p:nvPr>
        </p:nvSpPr>
        <p:spPr>
          <a:xfrm>
            <a:off x="228600" y="1066800"/>
            <a:ext cx="8610600" cy="5715000"/>
          </a:xfrm>
        </p:spPr>
        <p:txBody>
          <a:bodyPr/>
          <a:lstStyle/>
          <a:p>
            <a:pPr marL="457200" indent="-457200" algn="just">
              <a:lnSpc>
                <a:spcPct val="150000"/>
              </a:lnSpc>
              <a:spcBef>
                <a:spcPts val="600"/>
              </a:spcBef>
              <a:buFont typeface="Wingdings" pitchFamily="2" charset="2"/>
              <a:buChar char="Ø"/>
            </a:pPr>
            <a:r>
              <a:rPr lang="en-US" dirty="0" err="1">
                <a:latin typeface="Times New Roman" panose="02020603050405020304" pitchFamily="18" charset="0"/>
                <a:cs typeface="Times New Roman" panose="02020603050405020304" pitchFamily="18" charset="0"/>
              </a:rPr>
              <a:t>Cú</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pháp</a:t>
            </a:r>
            <a:r>
              <a:rPr lang="en-US" dirty="0">
                <a:latin typeface="Times New Roman" panose="02020603050405020304" pitchFamily="18" charset="0"/>
                <a:cs typeface="Times New Roman" panose="02020603050405020304" pitchFamily="18" charset="0"/>
              </a:rPr>
              <a:t>:</a:t>
            </a:r>
          </a:p>
          <a:p>
            <a:pPr marL="457200" indent="-457200" algn="just">
              <a:lnSpc>
                <a:spcPct val="150000"/>
              </a:lnSpc>
              <a:spcBef>
                <a:spcPts val="600"/>
              </a:spcBef>
              <a:buFont typeface="Wingdings" pitchFamily="2" charset="2"/>
              <a:buChar char="Ø"/>
            </a:pPr>
            <a:endParaRPr lang="en-US" dirty="0">
              <a:latin typeface="Times New Roman" panose="02020603050405020304" pitchFamily="18" charset="0"/>
              <a:cs typeface="Times New Roman" panose="02020603050405020304" pitchFamily="18" charset="0"/>
            </a:endParaRPr>
          </a:p>
          <a:p>
            <a:pPr marL="457200" indent="-457200" algn="just">
              <a:lnSpc>
                <a:spcPct val="150000"/>
              </a:lnSpc>
              <a:spcBef>
                <a:spcPts val="600"/>
              </a:spcBef>
              <a:buFont typeface="Wingdings" pitchFamily="2" charset="2"/>
              <a:buChar char="Ø"/>
            </a:pPr>
            <a:r>
              <a:rPr lang="en-US" dirty="0" err="1">
                <a:latin typeface="Times New Roman" panose="02020603050405020304" pitchFamily="18" charset="0"/>
                <a:cs typeface="Times New Roman" panose="02020603050405020304" pitchFamily="18" charset="0"/>
              </a:rPr>
              <a:t>Trong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đó</a:t>
            </a:r>
            <a:r>
              <a:rPr lang="en-US" dirty="0">
                <a:latin typeface="Times New Roman" panose="02020603050405020304" pitchFamily="18" charset="0"/>
                <a:cs typeface="Times New Roman" panose="02020603050405020304" pitchFamily="18" charset="0"/>
              </a:rPr>
              <a:t>:</a:t>
            </a:r>
          </a:p>
          <a:p>
            <a:pPr marL="0" indent="465138" algn="just">
              <a:buNone/>
            </a:pPr>
            <a:r>
              <a:rPr lang="en-US" dirty="0">
                <a:solidFill>
                  <a:srgbClr val="0070C0"/>
                </a:solidFill>
                <a:latin typeface="Times New Roman" panose="02020603050405020304" pitchFamily="18" charset="0"/>
                <a:cs typeface="Times New Roman" panose="02020603050405020304" pitchFamily="18" charset="0"/>
              </a:rPr>
              <a:t>lambda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là</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từ</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khóa</a:t>
            </a:r>
            <a:endParaRPr lang="en-US" dirty="0">
              <a:latin typeface="Times New Roman" panose="02020603050405020304" pitchFamily="18" charset="0"/>
              <a:cs typeface="Times New Roman" panose="02020603050405020304" pitchFamily="18" charset="0"/>
            </a:endParaRPr>
          </a:p>
          <a:p>
            <a:pPr marL="0" indent="465138" algn="just">
              <a:buNone/>
            </a:pPr>
            <a:r>
              <a:rPr lang="en-US" dirty="0" err="1">
                <a:solidFill>
                  <a:srgbClr val="002060"/>
                </a:solidFill>
                <a:latin typeface="Times New Roman" panose="02020603050405020304" pitchFamily="18" charset="0"/>
                <a:cs typeface="Times New Roman" panose="02020603050405020304" pitchFamily="18" charset="0"/>
              </a:rPr>
              <a:t>paramaterlist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tập</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hợp</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các</a:t>
            </a:r>
            <a:r>
              <a:rPr lang="en-US" dirty="0">
                <a:latin typeface="Times New Roman" panose="02020603050405020304" pitchFamily="18" charset="0"/>
                <a:cs typeface="Times New Roman" panose="02020603050405020304" pitchFamily="18" charset="0"/>
              </a:rPr>
              <a:t> parameter </a:t>
            </a:r>
            <a:r>
              <a:rPr lang="en-US" dirty="0" err="1">
                <a:latin typeface="Times New Roman" panose="02020603050405020304" pitchFamily="18" charset="0"/>
                <a:cs typeface="Times New Roman" panose="02020603050405020304" pitchFamily="18" charset="0"/>
              </a:rPr>
              <a:t>mà</a:t>
            </a:r>
            <a:r>
              <a:rPr lang="en-US" dirty="0">
                <a:latin typeface="Times New Roman" panose="02020603050405020304" pitchFamily="18" charset="0"/>
                <a:cs typeface="Times New Roman" panose="02020603050405020304" pitchFamily="18" charset="0"/>
              </a:rPr>
              <a:t> ta </a:t>
            </a:r>
            <a:r>
              <a:rPr lang="en-US" dirty="0" err="1">
                <a:latin typeface="Times New Roman" panose="02020603050405020304" pitchFamily="18" charset="0"/>
                <a:cs typeface="Times New Roman" panose="02020603050405020304" pitchFamily="18" charset="0"/>
              </a:rPr>
              <a:t>muốn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định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nghĩa</a:t>
            </a:r>
            <a:endParaRPr lang="en-US" dirty="0">
              <a:latin typeface="Times New Roman" panose="02020603050405020304" pitchFamily="18" charset="0"/>
              <a:cs typeface="Times New Roman" panose="02020603050405020304" pitchFamily="18" charset="0"/>
            </a:endParaRPr>
          </a:p>
          <a:p>
            <a:pPr marL="0" indent="465138" algn="just">
              <a:buNone/>
            </a:pPr>
            <a:r>
              <a:rPr lang="en-US" dirty="0">
                <a:solidFill>
                  <a:srgbClr val="002060"/>
                </a:solidFill>
                <a:latin typeface="Times New Roman" panose="02020603050405020304" pitchFamily="18" charset="0"/>
                <a:cs typeface="Times New Roman" panose="02020603050405020304" pitchFamily="18" charset="0"/>
              </a:rPr>
              <a:t>expression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biểu</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thức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đơn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trong</a:t>
            </a:r>
            <a:r>
              <a:rPr lang="en-US" dirty="0">
                <a:latin typeface="Times New Roman" panose="02020603050405020304" pitchFamily="18" charset="0"/>
                <a:cs typeface="Times New Roman" panose="02020603050405020304" pitchFamily="18" charset="0"/>
              </a:rPr>
              <a:t> Python</a:t>
            </a:r>
          </a:p>
          <a:p>
            <a:pPr marL="457200" indent="-457200" algn="just">
              <a:lnSpc>
                <a:spcPct val="150000"/>
              </a:lnSpc>
              <a:spcBef>
                <a:spcPts val="600"/>
              </a:spcBef>
              <a:buFont typeface="Wingdings" pitchFamily="2" charset="2"/>
              <a:buChar char="Ø"/>
            </a:pPr>
            <a:r>
              <a:rPr lang="vi-VN" sz="2400" dirty="0">
                <a:latin typeface="Times New Roman" panose="02020603050405020304" pitchFamily="18" charset="0"/>
                <a:cs typeface="Times New Roman" panose="02020603050405020304" pitchFamily="18" charset="0"/>
              </a:rPr>
              <a:t>Hàm Lambda có thể có nhiều tham số nhưng chỉ có 1 biểu thức. Biểu thức sẽ được đánh giá và trả về. </a:t>
            </a:r>
            <a:endParaRPr lang="en-US" sz="2400" dirty="0">
              <a:latin typeface="Times New Roman" panose="02020603050405020304" pitchFamily="18" charset="0"/>
              <a:cs typeface="Times New Roman" panose="02020603050405020304" pitchFamily="18" charset="0"/>
            </a:endParaRPr>
          </a:p>
        </p:txBody>
      </p:sp>
      <p:sp>
        <p:nvSpPr>
          <p:cNvPr id="6148" name="Slide Number Placeholder 3">
            <a:extLst>
              <a:ext uri="{FF2B5EF4-FFF2-40B4-BE49-F238E27FC236}">
                <a16:creationId xmlns:a16="http://schemas.microsoft.com/office/drawing/2014/main" id="{6387F6B7-3E78-4DC2-ACF4-7A9010C88B16}"/>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E46C0A"/>
              </a:buClr>
              <a:buFont typeface="Wingdings" panose="05000000000000000000" pitchFamily="2" charset="2"/>
              <a:buChar char="v"/>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742950" indent="-285750">
              <a:spcBef>
                <a:spcPct val="20000"/>
              </a:spcBef>
              <a:buClr>
                <a:srgbClr val="E46C0A"/>
              </a:buClr>
              <a:buFont typeface="Wingdings" panose="05000000000000000000" pitchFamily="2" charset="2"/>
              <a:buChar char="q"/>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marL="1143000" indent="-228600">
              <a:spcBef>
                <a:spcPct val="20000"/>
              </a:spcBef>
              <a:buClr>
                <a:srgbClr val="E46C0A"/>
              </a:buClr>
              <a:buFont typeface="Wingdings" panose="05000000000000000000" pitchFamily="2" charset="2"/>
              <a:buChar char="Ø"/>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3pPr>
            <a:lvl4pPr marL="1600200" indent="-228600">
              <a:spcBef>
                <a:spcPct val="20000"/>
              </a:spcBef>
              <a:buClr>
                <a:srgbClr val="E46C0A"/>
              </a:buClr>
              <a:buFont typeface="Courier New" panose="02070309020205020404" pitchFamily="49" charset="0"/>
              <a:buChar char="o"/>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4pPr>
            <a:lvl5pPr marL="2057400" indent="-228600">
              <a:spcBef>
                <a:spcPct val="20000"/>
              </a:spcBef>
              <a:buFont typeface="Arial" panose="020B0604020202020204" pitchFamily="34" charset="0"/>
              <a:buChar char="»"/>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9pPr>
          </a:lstStyle>
          <a:p>
            <a:pPr>
              <a:spcBef>
                <a:spcPct val="0"/>
              </a:spcBef>
              <a:buClrTx/>
              <a:buFontTx/>
              <a:buNone/>
            </a:pPr>
            <a:fld id="{E4B56E55-BAAA-4880-94A1-7A8094250C64}" type="slidenum">
              <a:rPr lang="en-US" altLang="en-US" sz="1400" smtClean="0">
                <a:solidFill>
                  <a:srgbClr val="002060"/>
                </a:solidFill>
                <a:latin typeface="Arial" panose="020B0604020202020204" pitchFamily="34" charset="0"/>
                <a:cs typeface="Arial" panose="020B0604020202020204" pitchFamily="34" charset="0"/>
              </a:rPr>
              <a:pPr>
                <a:spcBef>
                  <a:spcPct val="0"/>
                </a:spcBef>
                <a:buClrTx/>
                <a:buFontTx/>
                <a:buNone/>
              </a:pPr>
              <a:t>36</a:t>
            </a:fld>
            <a:endParaRPr lang="en-US" altLang="en-US" sz="1400">
              <a:solidFill>
                <a:srgbClr val="002060"/>
              </a:solidFill>
              <a:latin typeface="Arial" panose="020B0604020202020204" pitchFamily="34" charset="0"/>
              <a:cs typeface="Arial" panose="020B0604020202020204" pitchFamily="34" charset="0"/>
            </a:endParaRPr>
          </a:p>
        </p:txBody>
      </p:sp>
      <p:pic>
        <p:nvPicPr>
          <p:cNvPr id="10" name="Picture 9">
            <a:extLst>
              <a:ext uri="{FF2B5EF4-FFF2-40B4-BE49-F238E27FC236}">
                <a16:creationId xmlns:a16="http://schemas.microsoft.com/office/drawing/2014/main" id="{F14C6A9A-C4CA-41B5-88E6-9DCD92C9333C}"/>
              </a:ext>
            </a:extLst>
          </p:cNvPr>
          <p:cNvPicPr>
            <a:picLocks noChangeAspect="1"/>
          </p:cNvPicPr>
          <p:nvPr/>
        </p:nvPicPr>
        <p:blipFill>
          <a:blip r:embed="rId2"/>
          <a:stretch>
            <a:fillRect/>
          </a:stretch>
        </p:blipFill>
        <p:spPr>
          <a:xfrm>
            <a:off x="1897380" y="1600200"/>
            <a:ext cx="5349240" cy="990600"/>
          </a:xfrm>
          <a:prstGeom prst="rect">
            <a:avLst/>
          </a:prstGeom>
        </p:spPr>
      </p:pic>
    </p:spTree>
    <p:extLst>
      <p:ext uri="{BB962C8B-B14F-4D97-AF65-F5344CB8AC3E}">
        <p14:creationId xmlns:p14="http://schemas.microsoft.com/office/powerpoint/2010/main" val="92568738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AD2704CE-C6D1-41A0-8FEA-203853D2A9FD}"/>
              </a:ext>
            </a:extLst>
          </p:cNvPr>
          <p:cNvSpPr>
            <a:spLocks noGrp="1"/>
          </p:cNvSpPr>
          <p:nvPr>
            <p:ph type="title"/>
          </p:nvPr>
        </p:nvSpPr>
        <p:spPr>
          <a:xfrm>
            <a:off x="152401" y="0"/>
            <a:ext cx="9028112" cy="914400"/>
          </a:xfrm>
        </p:spPr>
        <p:txBody>
          <a:bodyPr/>
          <a:lstStyle/>
          <a:p>
            <a:pPr algn="l">
              <a:lnSpc>
                <a:spcPct val="150000"/>
              </a:lnSpc>
              <a:spcBef>
                <a:spcPts val="1000"/>
              </a:spcBef>
              <a:buClr>
                <a:srgbClr val="215D9F"/>
              </a:buClr>
            </a:pPr>
            <a:r>
              <a:rPr lang="en-US" sz="3200" dirty="0">
                <a:solidFill>
                  <a:srgbClr val="0070C0"/>
                </a:solidFill>
              </a:rPr>
              <a:t>3. </a:t>
            </a:r>
            <a:r>
              <a:rPr lang="en-US" sz="3200" dirty="0" err="1">
                <a:solidFill>
                  <a:srgbClr val="0070C0"/>
                </a:solidFill>
              </a:rPr>
              <a:t>Hàm</a:t>
            </a:r>
            <a:r>
              <a:rPr lang="en-US" sz="3200" dirty="0">
                <a:solidFill>
                  <a:srgbClr val="0070C0"/>
                </a:solidFill>
              </a:rPr>
              <a:t> </a:t>
            </a:r>
            <a:r>
              <a:rPr lang="en-US" sz="3200" dirty="0" err="1">
                <a:solidFill>
                  <a:srgbClr val="0070C0"/>
                </a:solidFill>
              </a:rPr>
              <a:t>vô</a:t>
            </a:r>
            <a:r>
              <a:rPr lang="en-US" sz="3200" dirty="0">
                <a:solidFill>
                  <a:srgbClr val="0070C0"/>
                </a:solidFill>
              </a:rPr>
              <a:t> </a:t>
            </a:r>
            <a:r>
              <a:rPr lang="en-US" sz="3200" dirty="0" err="1">
                <a:solidFill>
                  <a:srgbClr val="0070C0"/>
                </a:solidFill>
              </a:rPr>
              <a:t>danh</a:t>
            </a:r>
            <a:r>
              <a:rPr lang="en-US" sz="3200" dirty="0">
                <a:solidFill>
                  <a:srgbClr val="0070C0"/>
                </a:solidFill>
              </a:rPr>
              <a:t>, lambda</a:t>
            </a:r>
          </a:p>
        </p:txBody>
      </p:sp>
      <p:sp>
        <p:nvSpPr>
          <p:cNvPr id="6147" name="Content Placeholder 2">
            <a:extLst>
              <a:ext uri="{FF2B5EF4-FFF2-40B4-BE49-F238E27FC236}">
                <a16:creationId xmlns:a16="http://schemas.microsoft.com/office/drawing/2014/main" id="{B389CA34-20DF-451F-B09F-9A7C082A79F9}"/>
              </a:ext>
            </a:extLst>
          </p:cNvPr>
          <p:cNvSpPr>
            <a:spLocks noGrp="1"/>
          </p:cNvSpPr>
          <p:nvPr>
            <p:ph idx="1"/>
          </p:nvPr>
        </p:nvSpPr>
        <p:spPr>
          <a:xfrm>
            <a:off x="228600" y="1066800"/>
            <a:ext cx="8578274" cy="5715000"/>
          </a:xfrm>
        </p:spPr>
        <p:txBody>
          <a:bodyPr/>
          <a:lstStyle/>
          <a:p>
            <a:pPr marL="457200" indent="-457200" algn="just">
              <a:lnSpc>
                <a:spcPct val="150000"/>
              </a:lnSpc>
              <a:spcBef>
                <a:spcPts val="600"/>
              </a:spcBef>
              <a:buFont typeface="Wingdings" pitchFamily="2" charset="2"/>
              <a:buChar char="Ø"/>
            </a:pPr>
            <a:r>
              <a:rPr lang="vi-VN" sz="2800">
                <a:latin typeface="Times New Roman" panose="02020603050405020304" pitchFamily="18" charset="0"/>
                <a:cs typeface="Times New Roman" panose="02020603050405020304" pitchFamily="18" charset="0"/>
              </a:rPr>
              <a:t>Hàm Lambda có thể được sử dụng ở bất cứ nơi nào đối tượng hàm được yêu cầu</a:t>
            </a:r>
            <a:r>
              <a:rPr lang="en-US" sz="2800">
                <a:latin typeface="Times New Roman" panose="02020603050405020304" pitchFamily="18" charset="0"/>
                <a:cs typeface="Times New Roman" panose="02020603050405020304" pitchFamily="18" charset="0"/>
              </a:rPr>
              <a:t>.</a:t>
            </a:r>
          </a:p>
          <a:p>
            <a:pPr marL="457200" indent="-457200" algn="just">
              <a:lnSpc>
                <a:spcPct val="150000"/>
              </a:lnSpc>
              <a:spcBef>
                <a:spcPts val="600"/>
              </a:spcBef>
              <a:buFont typeface="Wingdings" pitchFamily="2" charset="2"/>
              <a:buChar char="Ø"/>
            </a:pPr>
            <a:r>
              <a:rPr lang="en-US" sz="2800">
                <a:latin typeface="Times New Roman" panose="02020603050405020304" pitchFamily="18" charset="0"/>
                <a:cs typeface="Times New Roman" panose="02020603050405020304" pitchFamily="18" charset="0"/>
              </a:rPr>
              <a:t>Ví dụ 1:</a:t>
            </a:r>
          </a:p>
          <a:p>
            <a:pPr marL="457200" indent="-457200" algn="just">
              <a:lnSpc>
                <a:spcPct val="150000"/>
              </a:lnSpc>
              <a:spcBef>
                <a:spcPts val="600"/>
              </a:spcBef>
              <a:buFont typeface="Wingdings" pitchFamily="2" charset="2"/>
              <a:buChar char="Ø"/>
            </a:pPr>
            <a:endParaRPr lang="en-US" sz="4000">
              <a:latin typeface="Times New Roman" panose="02020603050405020304" pitchFamily="18" charset="0"/>
              <a:cs typeface="Times New Roman" panose="02020603050405020304" pitchFamily="18" charset="0"/>
            </a:endParaRPr>
          </a:p>
          <a:p>
            <a:pPr marL="457200" indent="-457200" algn="just">
              <a:lnSpc>
                <a:spcPct val="150000"/>
              </a:lnSpc>
              <a:spcBef>
                <a:spcPts val="600"/>
              </a:spcBef>
              <a:buFont typeface="Wingdings" pitchFamily="2" charset="2"/>
              <a:buChar char="Ø"/>
            </a:pPr>
            <a:r>
              <a:rPr lang="en-US" sz="2800">
                <a:latin typeface="Times New Roman" panose="02020603050405020304" pitchFamily="18" charset="0"/>
                <a:cs typeface="Times New Roman" panose="02020603050405020304" pitchFamily="18" charset="0"/>
              </a:rPr>
              <a:t>Ví du 2:</a:t>
            </a:r>
          </a:p>
        </p:txBody>
      </p:sp>
      <p:sp>
        <p:nvSpPr>
          <p:cNvPr id="6148" name="Slide Number Placeholder 3">
            <a:extLst>
              <a:ext uri="{FF2B5EF4-FFF2-40B4-BE49-F238E27FC236}">
                <a16:creationId xmlns:a16="http://schemas.microsoft.com/office/drawing/2014/main" id="{6387F6B7-3E78-4DC2-ACF4-7A9010C88B16}"/>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E46C0A"/>
              </a:buClr>
              <a:buFont typeface="Wingdings" panose="05000000000000000000" pitchFamily="2" charset="2"/>
              <a:buChar char="v"/>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742950" indent="-285750">
              <a:spcBef>
                <a:spcPct val="20000"/>
              </a:spcBef>
              <a:buClr>
                <a:srgbClr val="E46C0A"/>
              </a:buClr>
              <a:buFont typeface="Wingdings" panose="05000000000000000000" pitchFamily="2" charset="2"/>
              <a:buChar char="q"/>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marL="1143000" indent="-228600">
              <a:spcBef>
                <a:spcPct val="20000"/>
              </a:spcBef>
              <a:buClr>
                <a:srgbClr val="E46C0A"/>
              </a:buClr>
              <a:buFont typeface="Wingdings" panose="05000000000000000000" pitchFamily="2" charset="2"/>
              <a:buChar char="Ø"/>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3pPr>
            <a:lvl4pPr marL="1600200" indent="-228600">
              <a:spcBef>
                <a:spcPct val="20000"/>
              </a:spcBef>
              <a:buClr>
                <a:srgbClr val="E46C0A"/>
              </a:buClr>
              <a:buFont typeface="Courier New" panose="02070309020205020404" pitchFamily="49" charset="0"/>
              <a:buChar char="o"/>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4pPr>
            <a:lvl5pPr marL="2057400" indent="-228600">
              <a:spcBef>
                <a:spcPct val="20000"/>
              </a:spcBef>
              <a:buFont typeface="Arial" panose="020B0604020202020204" pitchFamily="34" charset="0"/>
              <a:buChar char="»"/>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9pPr>
          </a:lstStyle>
          <a:p>
            <a:pPr>
              <a:spcBef>
                <a:spcPct val="0"/>
              </a:spcBef>
              <a:buClrTx/>
              <a:buFontTx/>
              <a:buNone/>
            </a:pPr>
            <a:fld id="{E4B56E55-BAAA-4880-94A1-7A8094250C64}" type="slidenum">
              <a:rPr lang="en-US" altLang="en-US" sz="1400" smtClean="0">
                <a:solidFill>
                  <a:srgbClr val="002060"/>
                </a:solidFill>
                <a:latin typeface="Arial" panose="020B0604020202020204" pitchFamily="34" charset="0"/>
                <a:cs typeface="Arial" panose="020B0604020202020204" pitchFamily="34" charset="0"/>
              </a:rPr>
              <a:pPr>
                <a:spcBef>
                  <a:spcPct val="0"/>
                </a:spcBef>
                <a:buClrTx/>
                <a:buFontTx/>
                <a:buNone/>
              </a:pPr>
              <a:t>37</a:t>
            </a:fld>
            <a:endParaRPr lang="en-US" altLang="en-US" sz="1400">
              <a:solidFill>
                <a:srgbClr val="002060"/>
              </a:solidFill>
              <a:latin typeface="Arial" panose="020B0604020202020204" pitchFamily="34" charset="0"/>
              <a:cs typeface="Arial" panose="020B0604020202020204" pitchFamily="34" charset="0"/>
            </a:endParaRPr>
          </a:p>
        </p:txBody>
      </p:sp>
      <p:sp>
        <p:nvSpPr>
          <p:cNvPr id="2" name="Rectangle 1">
            <a:extLst>
              <a:ext uri="{FF2B5EF4-FFF2-40B4-BE49-F238E27FC236}">
                <a16:creationId xmlns:a16="http://schemas.microsoft.com/office/drawing/2014/main" id="{B8B03E82-1EDC-4176-A288-C14E2FBAA6DB}"/>
              </a:ext>
            </a:extLst>
          </p:cNvPr>
          <p:cNvSpPr>
            <a:spLocks noChangeArrowheads="1"/>
          </p:cNvSpPr>
          <p:nvPr/>
        </p:nvSpPr>
        <p:spPr bwMode="auto">
          <a:xfrm>
            <a:off x="2057400" y="2514600"/>
            <a:ext cx="6237845" cy="1384995"/>
          </a:xfrm>
          <a:prstGeom prst="rect">
            <a:avLst/>
          </a:prstGeom>
          <a:solidFill>
            <a:srgbClr val="F4FBF4"/>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err="1">
                <a:ln>
                  <a:noFill/>
                </a:ln>
                <a:solidFill>
                  <a:srgbClr val="131513"/>
                </a:solidFill>
                <a:effectLst/>
                <a:latin typeface="Arial Unicode MS"/>
              </a:rPr>
              <a:t>nhan_doi</a:t>
            </a:r>
            <a:r>
              <a:rPr kumimoji="0" lang="en-US" altLang="en-US" sz="2400" b="0" i="0" u="none" strike="noStrike" cap="none" normalizeH="0" baseline="0" dirty="0">
                <a:ln>
                  <a:noFill/>
                </a:ln>
                <a:solidFill>
                  <a:srgbClr val="131513"/>
                </a:solidFill>
                <a:effectLst/>
                <a:latin typeface="Arial Unicode MS"/>
              </a:rPr>
              <a:t> = </a:t>
            </a:r>
            <a:r>
              <a:rPr kumimoji="0" lang="en-US" altLang="en-US" sz="2400" b="0" i="0" u="none" strike="noStrike" cap="none" normalizeH="0" baseline="0" dirty="0">
                <a:ln>
                  <a:noFill/>
                </a:ln>
                <a:solidFill>
                  <a:srgbClr val="AD2BEE"/>
                </a:solidFill>
                <a:effectLst/>
                <a:latin typeface="Arial Unicode MS"/>
              </a:rPr>
              <a:t>lambda</a:t>
            </a:r>
            <a:r>
              <a:rPr kumimoji="0" lang="en-US" altLang="en-US" sz="2400" b="0" i="0" u="none" strike="noStrike" cap="none" normalizeH="0" baseline="0" dirty="0">
                <a:ln>
                  <a:noFill/>
                </a:ln>
                <a:solidFill>
                  <a:srgbClr val="131513"/>
                </a:solidFill>
                <a:effectLst/>
                <a:latin typeface="Arial Unicode MS"/>
              </a:rPr>
              <a:t> a: a * </a:t>
            </a:r>
            <a:r>
              <a:rPr kumimoji="0" lang="en-US" altLang="en-US" sz="2400" b="0" i="0" u="none" strike="noStrike" cap="none" normalizeH="0" baseline="0" dirty="0">
                <a:ln>
                  <a:noFill/>
                </a:ln>
                <a:solidFill>
                  <a:srgbClr val="87711D"/>
                </a:solidFill>
                <a:effectLst/>
                <a:latin typeface="Arial Unicode MS"/>
              </a:rPr>
              <a:t>2</a:t>
            </a:r>
            <a:br>
              <a:rPr kumimoji="0" lang="en-US" altLang="en-US" sz="2400" b="0" i="0" u="none" strike="noStrike" cap="none" normalizeH="0" baseline="0" dirty="0">
                <a:ln>
                  <a:noFill/>
                </a:ln>
                <a:solidFill>
                  <a:schemeClr val="tx1"/>
                </a:solidFill>
                <a:effectLst/>
                <a:latin typeface="Menlo"/>
              </a:rPr>
            </a:br>
            <a:br>
              <a:rPr kumimoji="0" lang="en-US" altLang="en-US" sz="2400" b="0" i="0" u="none" strike="noStrike" cap="none" normalizeH="0" baseline="0" dirty="0">
                <a:ln>
                  <a:noFill/>
                </a:ln>
                <a:solidFill>
                  <a:schemeClr val="tx1"/>
                </a:solidFill>
                <a:effectLst/>
                <a:latin typeface="Menlo"/>
              </a:rPr>
            </a:br>
            <a:r>
              <a:rPr kumimoji="0" lang="en-US" altLang="en-US" sz="2400" b="0" i="0" u="none" strike="noStrike" cap="none" normalizeH="0" baseline="0" dirty="0">
                <a:ln>
                  <a:noFill/>
                </a:ln>
                <a:solidFill>
                  <a:srgbClr val="AD2BEE"/>
                </a:solidFill>
                <a:effectLst/>
                <a:latin typeface="Arial Unicode MS"/>
              </a:rPr>
              <a:t>print</a:t>
            </a:r>
            <a:r>
              <a:rPr kumimoji="0" lang="en-US" altLang="en-US" sz="2400" b="0" i="0" u="none" strike="noStrike" cap="none" normalizeH="0" baseline="0" dirty="0">
                <a:ln>
                  <a:noFill/>
                </a:ln>
                <a:solidFill>
                  <a:srgbClr val="131513"/>
                </a:solidFill>
                <a:effectLst/>
                <a:latin typeface="Arial Unicode MS"/>
              </a:rPr>
              <a:t>(</a:t>
            </a:r>
            <a:r>
              <a:rPr kumimoji="0" lang="en-US" altLang="en-US" sz="2400" b="0" i="0" u="none" strike="noStrike" cap="none" normalizeH="0" baseline="0" dirty="0" err="1">
                <a:ln>
                  <a:noFill/>
                </a:ln>
                <a:solidFill>
                  <a:srgbClr val="131513"/>
                </a:solidFill>
                <a:effectLst/>
                <a:latin typeface="Arial Unicode MS"/>
              </a:rPr>
              <a:t>nhan_doi</a:t>
            </a:r>
            <a:r>
              <a:rPr kumimoji="0" lang="en-US" altLang="en-US" sz="2400" b="0" i="0" u="none" strike="noStrike" cap="none" normalizeH="0" baseline="0" dirty="0">
                <a:ln>
                  <a:noFill/>
                </a:ln>
                <a:solidFill>
                  <a:srgbClr val="131513"/>
                </a:solidFill>
                <a:effectLst/>
                <a:latin typeface="Arial Unicode MS"/>
              </a:rPr>
              <a:t>(</a:t>
            </a:r>
            <a:r>
              <a:rPr kumimoji="0" lang="en-US" altLang="en-US" sz="2400" b="0" i="0" u="none" strike="noStrike" cap="none" normalizeH="0" baseline="0" dirty="0">
                <a:ln>
                  <a:noFill/>
                </a:ln>
                <a:solidFill>
                  <a:srgbClr val="87711D"/>
                </a:solidFill>
                <a:effectLst/>
                <a:latin typeface="Arial Unicode MS"/>
              </a:rPr>
              <a:t>10</a:t>
            </a:r>
            <a:r>
              <a:rPr kumimoji="0" lang="en-US" altLang="en-US" sz="2400" b="0" i="0" u="none" strike="noStrike" cap="none" normalizeH="0" baseline="0" dirty="0">
                <a:ln>
                  <a:noFill/>
                </a:ln>
                <a:solidFill>
                  <a:srgbClr val="131513"/>
                </a:solidFill>
                <a:effectLst/>
                <a:latin typeface="Arial Unicode MS"/>
              </a:rPr>
              <a:t>))</a:t>
            </a:r>
            <a:r>
              <a:rPr kumimoji="0" lang="en-US" altLang="en-US" b="0" i="0" u="none" strike="noStrike" cap="none" normalizeH="0" baseline="0" dirty="0">
                <a:ln>
                  <a:noFill/>
                </a:ln>
                <a:solidFill>
                  <a:schemeClr val="tx1"/>
                </a:solidFill>
                <a:effectLst/>
              </a:rPr>
              <a:t> </a:t>
            </a:r>
          </a:p>
          <a:p>
            <a:pPr lvl="0"/>
            <a:r>
              <a:rPr lang="en-US" altLang="en-US" dirty="0">
                <a:solidFill>
                  <a:srgbClr val="809980"/>
                </a:solidFill>
                <a:latin typeface="Arial Unicode MS"/>
              </a:rPr>
              <a:t># </a:t>
            </a:r>
            <a:r>
              <a:rPr lang="en-US" altLang="en-US" dirty="0" err="1">
                <a:solidFill>
                  <a:srgbClr val="809980"/>
                </a:solidFill>
                <a:latin typeface="Arial Unicode MS"/>
              </a:rPr>
              <a:t>Kết</a:t>
            </a:r>
            <a:r>
              <a:rPr lang="en-US" altLang="en-US" dirty="0">
                <a:solidFill>
                  <a:srgbClr val="809980"/>
                </a:solidFill>
                <a:latin typeface="Arial Unicode MS"/>
              </a:rPr>
              <a:t> </a:t>
            </a:r>
            <a:r>
              <a:rPr lang="en-US" altLang="en-US" dirty="0" err="1">
                <a:solidFill>
                  <a:srgbClr val="809980"/>
                </a:solidFill>
                <a:latin typeface="Arial Unicode MS"/>
              </a:rPr>
              <a:t>quả</a:t>
            </a:r>
            <a:r>
              <a:rPr lang="en-US" altLang="en-US">
                <a:solidFill>
                  <a:srgbClr val="809980"/>
                </a:solidFill>
                <a:latin typeface="Arial Unicode MS"/>
              </a:rPr>
              <a:t>: 20 </a:t>
            </a:r>
            <a:endParaRPr kumimoji="0" lang="en-US" altLang="en-US" b="0" i="0" u="none" strike="noStrike" cap="none" normalizeH="0" baseline="0" dirty="0">
              <a:ln>
                <a:noFill/>
              </a:ln>
              <a:solidFill>
                <a:schemeClr val="tx1"/>
              </a:solidFill>
              <a:effectLst/>
            </a:endParaRPr>
          </a:p>
        </p:txBody>
      </p:sp>
      <p:sp>
        <p:nvSpPr>
          <p:cNvPr id="3" name="Rectangle 2">
            <a:extLst>
              <a:ext uri="{FF2B5EF4-FFF2-40B4-BE49-F238E27FC236}">
                <a16:creationId xmlns:a16="http://schemas.microsoft.com/office/drawing/2014/main" id="{282B18E3-B2BD-4A59-867C-4F626D908BA6}"/>
              </a:ext>
            </a:extLst>
          </p:cNvPr>
          <p:cNvSpPr>
            <a:spLocks noChangeArrowheads="1"/>
          </p:cNvSpPr>
          <p:nvPr/>
        </p:nvSpPr>
        <p:spPr bwMode="auto">
          <a:xfrm>
            <a:off x="2057400" y="4600215"/>
            <a:ext cx="6237844" cy="2185214"/>
          </a:xfrm>
          <a:prstGeom prst="rect">
            <a:avLst/>
          </a:prstGeom>
          <a:solidFill>
            <a:srgbClr val="2B2B2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CC7832"/>
                </a:solidFill>
                <a:effectLst/>
                <a:latin typeface="Consolas" panose="020B0609020204030204" pitchFamily="49" charset="0"/>
              </a:rPr>
              <a:t>def </a:t>
            </a:r>
            <a:r>
              <a:rPr kumimoji="0" lang="en-US" altLang="en-US" b="0" i="0" u="none" strike="noStrike" cap="none" normalizeH="0" baseline="0" dirty="0">
                <a:ln>
                  <a:noFill/>
                </a:ln>
                <a:solidFill>
                  <a:srgbClr val="FFC66D"/>
                </a:solidFill>
                <a:effectLst/>
                <a:latin typeface="Consolas" panose="020B0609020204030204" pitchFamily="49" charset="0"/>
              </a:rPr>
              <a:t>handle</a:t>
            </a:r>
            <a:r>
              <a:rPr kumimoji="0" lang="en-US" altLang="en-US" b="0" i="0" u="none" strike="noStrike" cap="none" normalizeH="0" baseline="0" dirty="0">
                <a:ln>
                  <a:noFill/>
                </a:ln>
                <a:solidFill>
                  <a:srgbClr val="A9B7C6"/>
                </a:solidFill>
                <a:effectLst/>
                <a:latin typeface="Consolas" panose="020B0609020204030204" pitchFamily="49" charset="0"/>
              </a:rPr>
              <a:t>(f</a:t>
            </a:r>
            <a:r>
              <a:rPr kumimoji="0" lang="en-US" altLang="en-US" b="0" i="0" u="none" strike="noStrike" cap="none" normalizeH="0" baseline="0" dirty="0">
                <a:ln>
                  <a:noFill/>
                </a:ln>
                <a:solidFill>
                  <a:srgbClr val="CC7832"/>
                </a:solidFill>
                <a:effectLst/>
                <a:latin typeface="Consolas" panose="020B0609020204030204" pitchFamily="49" charset="0"/>
              </a:rPr>
              <a:t>, </a:t>
            </a:r>
            <a:r>
              <a:rPr kumimoji="0" lang="en-US" altLang="en-US" b="0" i="0" u="none" strike="noStrike" cap="none" normalizeH="0" baseline="0" dirty="0">
                <a:ln>
                  <a:noFill/>
                </a:ln>
                <a:solidFill>
                  <a:srgbClr val="A9B7C6"/>
                </a:solidFill>
                <a:effectLst/>
                <a:latin typeface="Consolas" panose="020B0609020204030204" pitchFamily="49" charset="0"/>
              </a:rPr>
              <a:t>x):</a:t>
            </a:r>
            <a:br>
              <a:rPr kumimoji="0" lang="en-US" altLang="en-US" b="0" i="0" u="none" strike="noStrike" cap="none" normalizeH="0" baseline="0" dirty="0">
                <a:ln>
                  <a:noFill/>
                </a:ln>
                <a:solidFill>
                  <a:srgbClr val="A9B7C6"/>
                </a:solidFill>
                <a:effectLst/>
                <a:latin typeface="Consolas" panose="020B0609020204030204" pitchFamily="49" charset="0"/>
              </a:rPr>
            </a:br>
            <a:r>
              <a:rPr kumimoji="0" lang="en-US" altLang="en-US" b="0" i="0" u="none" strike="noStrike" cap="none" normalizeH="0" baseline="0" dirty="0">
                <a:ln>
                  <a:noFill/>
                </a:ln>
                <a:solidFill>
                  <a:srgbClr val="A9B7C6"/>
                </a:solidFill>
                <a:effectLst/>
                <a:latin typeface="Consolas" panose="020B0609020204030204" pitchFamily="49" charset="0"/>
              </a:rPr>
              <a:t>    </a:t>
            </a:r>
            <a:r>
              <a:rPr kumimoji="0" lang="en-US" altLang="en-US" b="0" i="0" u="none" strike="noStrike" cap="none" normalizeH="0" baseline="0" dirty="0">
                <a:ln>
                  <a:noFill/>
                </a:ln>
                <a:solidFill>
                  <a:srgbClr val="CC7832"/>
                </a:solidFill>
                <a:effectLst/>
                <a:latin typeface="Consolas" panose="020B0609020204030204" pitchFamily="49" charset="0"/>
              </a:rPr>
              <a:t>return </a:t>
            </a:r>
            <a:r>
              <a:rPr kumimoji="0" lang="en-US" altLang="en-US" b="0" i="0" u="none" strike="noStrike" cap="none" normalizeH="0" baseline="0" dirty="0">
                <a:ln>
                  <a:noFill/>
                </a:ln>
                <a:solidFill>
                  <a:srgbClr val="A9B7C6"/>
                </a:solidFill>
                <a:effectLst/>
                <a:latin typeface="Consolas" panose="020B0609020204030204" pitchFamily="49" charset="0"/>
              </a:rPr>
              <a:t>f(x)</a:t>
            </a:r>
            <a:br>
              <a:rPr kumimoji="0" lang="en-US" altLang="en-US" b="0" i="0" u="none" strike="noStrike" cap="none" normalizeH="0" baseline="0" dirty="0">
                <a:ln>
                  <a:noFill/>
                </a:ln>
                <a:solidFill>
                  <a:srgbClr val="A9B7C6"/>
                </a:solidFill>
                <a:effectLst/>
                <a:latin typeface="Consolas" panose="020B0609020204030204" pitchFamily="49" charset="0"/>
              </a:rPr>
            </a:br>
            <a:r>
              <a:rPr kumimoji="0" lang="en-US" altLang="en-US" b="0" i="0" u="none" strike="noStrike" cap="none" normalizeH="0" baseline="0" dirty="0">
                <a:ln>
                  <a:noFill/>
                </a:ln>
                <a:solidFill>
                  <a:srgbClr val="A9B7C6"/>
                </a:solidFill>
                <a:effectLst/>
                <a:latin typeface="Consolas" panose="020B0609020204030204" pitchFamily="49" charset="0"/>
              </a:rPr>
              <a:t>kq1 = handle(</a:t>
            </a:r>
            <a:r>
              <a:rPr kumimoji="0" lang="en-US" altLang="en-US" b="0" i="0" u="none" strike="noStrike" cap="none" normalizeH="0" baseline="0" dirty="0">
                <a:ln>
                  <a:noFill/>
                </a:ln>
                <a:solidFill>
                  <a:srgbClr val="CC7832"/>
                </a:solidFill>
                <a:effectLst/>
                <a:latin typeface="Consolas" panose="020B0609020204030204" pitchFamily="49" charset="0"/>
              </a:rPr>
              <a:t>lambda </a:t>
            </a:r>
            <a:r>
              <a:rPr kumimoji="0" lang="en-US" altLang="en-US" b="0" i="0" u="none" strike="noStrike" cap="none" normalizeH="0" baseline="0" dirty="0">
                <a:ln>
                  <a:noFill/>
                </a:ln>
                <a:solidFill>
                  <a:srgbClr val="A9B7C6"/>
                </a:solidFill>
                <a:effectLst/>
                <a:latin typeface="Consolas" panose="020B0609020204030204" pitchFamily="49" charset="0"/>
              </a:rPr>
              <a:t>x: x**</a:t>
            </a:r>
            <a:r>
              <a:rPr kumimoji="0" lang="en-US" altLang="en-US" b="0" i="0" u="none" strike="noStrike" cap="none" normalizeH="0" baseline="0" dirty="0">
                <a:ln>
                  <a:noFill/>
                </a:ln>
                <a:solidFill>
                  <a:srgbClr val="6897BB"/>
                </a:solidFill>
                <a:effectLst/>
                <a:latin typeface="Consolas" panose="020B0609020204030204" pitchFamily="49" charset="0"/>
              </a:rPr>
              <a:t>2</a:t>
            </a:r>
            <a:r>
              <a:rPr kumimoji="0" lang="en-US" altLang="en-US" b="0" i="0" u="none" strike="noStrike" cap="none" normalizeH="0" baseline="0" dirty="0">
                <a:ln>
                  <a:noFill/>
                </a:ln>
                <a:solidFill>
                  <a:srgbClr val="CC7832"/>
                </a:solidFill>
                <a:effectLst/>
                <a:latin typeface="Consolas" panose="020B0609020204030204" pitchFamily="49" charset="0"/>
              </a:rPr>
              <a:t>, </a:t>
            </a:r>
            <a:r>
              <a:rPr kumimoji="0" lang="en-US" altLang="en-US" b="0" i="0" u="none" strike="noStrike" cap="none" normalizeH="0" baseline="0" dirty="0">
                <a:ln>
                  <a:noFill/>
                </a:ln>
                <a:solidFill>
                  <a:srgbClr val="6897BB"/>
                </a:solidFill>
                <a:effectLst/>
                <a:latin typeface="Consolas" panose="020B0609020204030204" pitchFamily="49" charset="0"/>
              </a:rPr>
              <a:t>9</a:t>
            </a:r>
            <a:r>
              <a:rPr kumimoji="0" lang="en-US" altLang="en-US" b="0" i="0" u="none" strike="noStrike" cap="none" normalizeH="0" baseline="0" dirty="0">
                <a:ln>
                  <a:noFill/>
                </a:ln>
                <a:solidFill>
                  <a:srgbClr val="A9B7C6"/>
                </a:solidFill>
                <a:effectLst/>
                <a:latin typeface="Consolas" panose="020B0609020204030204" pitchFamily="49" charset="0"/>
              </a:rPr>
              <a:t>)</a:t>
            </a:r>
            <a:br>
              <a:rPr kumimoji="0" lang="en-US" altLang="en-US" b="0" i="0" u="none" strike="noStrike" cap="none" normalizeH="0" baseline="0" dirty="0">
                <a:ln>
                  <a:noFill/>
                </a:ln>
                <a:solidFill>
                  <a:srgbClr val="A9B7C6"/>
                </a:solidFill>
                <a:effectLst/>
                <a:latin typeface="Consolas" panose="020B0609020204030204" pitchFamily="49" charset="0"/>
              </a:rPr>
            </a:br>
            <a:r>
              <a:rPr kumimoji="0" lang="en-US" altLang="en-US" b="0" i="0" u="none" strike="noStrike" cap="none" normalizeH="0" baseline="0" dirty="0">
                <a:ln>
                  <a:noFill/>
                </a:ln>
                <a:solidFill>
                  <a:srgbClr val="8888C6"/>
                </a:solidFill>
                <a:effectLst/>
                <a:latin typeface="Consolas" panose="020B0609020204030204" pitchFamily="49" charset="0"/>
              </a:rPr>
              <a:t>print</a:t>
            </a:r>
            <a:r>
              <a:rPr kumimoji="0" lang="en-US" altLang="en-US" b="0" i="0" u="none" strike="noStrike" cap="none" normalizeH="0" baseline="0" dirty="0">
                <a:ln>
                  <a:noFill/>
                </a:ln>
                <a:solidFill>
                  <a:srgbClr val="A9B7C6"/>
                </a:solidFill>
                <a:effectLst/>
                <a:latin typeface="Consolas" panose="020B0609020204030204" pitchFamily="49" charset="0"/>
              </a:rPr>
              <a:t>(</a:t>
            </a:r>
            <a:r>
              <a:rPr kumimoji="0" lang="en-US" altLang="en-US" b="0" i="0" u="none" strike="noStrike" cap="none" normalizeH="0" baseline="0" dirty="0">
                <a:ln>
                  <a:noFill/>
                </a:ln>
                <a:solidFill>
                  <a:srgbClr val="6A8759"/>
                </a:solidFill>
                <a:effectLst/>
                <a:latin typeface="Consolas" panose="020B0609020204030204" pitchFamily="49" charset="0"/>
              </a:rPr>
              <a:t>"kq1 = "</a:t>
            </a:r>
            <a:r>
              <a:rPr kumimoji="0" lang="en-US" altLang="en-US" b="0" i="0" u="none" strike="noStrike" cap="none" normalizeH="0" baseline="0" dirty="0">
                <a:ln>
                  <a:noFill/>
                </a:ln>
                <a:solidFill>
                  <a:srgbClr val="CC7832"/>
                </a:solidFill>
                <a:effectLst/>
                <a:latin typeface="Consolas" panose="020B0609020204030204" pitchFamily="49" charset="0"/>
              </a:rPr>
              <a:t>, </a:t>
            </a:r>
            <a:r>
              <a:rPr kumimoji="0" lang="en-US" altLang="en-US" b="0" i="0" u="none" strike="noStrike" cap="none" normalizeH="0" baseline="0" dirty="0">
                <a:ln>
                  <a:noFill/>
                </a:ln>
                <a:solidFill>
                  <a:srgbClr val="A9B7C6"/>
                </a:solidFill>
                <a:effectLst/>
                <a:latin typeface="Consolas" panose="020B0609020204030204" pitchFamily="49" charset="0"/>
              </a:rPr>
              <a:t>kq1)</a:t>
            </a:r>
            <a:br>
              <a:rPr kumimoji="0" lang="en-US" altLang="en-US" b="0" i="0" u="none" strike="noStrike" cap="none" normalizeH="0" baseline="0" dirty="0">
                <a:ln>
                  <a:noFill/>
                </a:ln>
                <a:solidFill>
                  <a:srgbClr val="A9B7C6"/>
                </a:solidFill>
                <a:effectLst/>
                <a:latin typeface="Consolas" panose="020B0609020204030204" pitchFamily="49" charset="0"/>
              </a:rPr>
            </a:br>
            <a:br>
              <a:rPr kumimoji="0" lang="en-US" altLang="en-US" b="0" i="0" u="none" strike="noStrike" cap="none" normalizeH="0" baseline="0" dirty="0">
                <a:ln>
                  <a:noFill/>
                </a:ln>
                <a:solidFill>
                  <a:srgbClr val="A9B7C6"/>
                </a:solidFill>
                <a:effectLst/>
                <a:latin typeface="Consolas" panose="020B0609020204030204" pitchFamily="49" charset="0"/>
              </a:rPr>
            </a:br>
            <a:r>
              <a:rPr kumimoji="0" lang="en-US" altLang="en-US" b="0" i="0" u="none" strike="noStrike" cap="none" normalizeH="0" baseline="0" dirty="0">
                <a:ln>
                  <a:noFill/>
                </a:ln>
                <a:solidFill>
                  <a:srgbClr val="A9B7C6"/>
                </a:solidFill>
                <a:effectLst/>
                <a:latin typeface="Consolas" panose="020B0609020204030204" pitchFamily="49" charset="0"/>
              </a:rPr>
              <a:t>kq2 = handle(</a:t>
            </a:r>
            <a:r>
              <a:rPr kumimoji="0" lang="en-US" altLang="en-US" b="0" i="0" u="none" strike="noStrike" cap="none" normalizeH="0" baseline="0" dirty="0">
                <a:ln>
                  <a:noFill/>
                </a:ln>
                <a:solidFill>
                  <a:srgbClr val="CC7832"/>
                </a:solidFill>
                <a:effectLst/>
                <a:latin typeface="Consolas" panose="020B0609020204030204" pitchFamily="49" charset="0"/>
              </a:rPr>
              <a:t>lambda </a:t>
            </a:r>
            <a:r>
              <a:rPr kumimoji="0" lang="en-US" altLang="en-US" b="0" i="0" u="none" strike="noStrike" cap="none" normalizeH="0" baseline="0" dirty="0">
                <a:ln>
                  <a:noFill/>
                </a:ln>
                <a:solidFill>
                  <a:srgbClr val="A9B7C6"/>
                </a:solidFill>
                <a:effectLst/>
                <a:latin typeface="Consolas" panose="020B0609020204030204" pitchFamily="49" charset="0"/>
              </a:rPr>
              <a:t>x: x % </a:t>
            </a:r>
            <a:r>
              <a:rPr kumimoji="0" lang="en-US" altLang="en-US" b="0" i="0" u="none" strike="noStrike" cap="none" normalizeH="0" baseline="0" dirty="0">
                <a:ln>
                  <a:noFill/>
                </a:ln>
                <a:solidFill>
                  <a:srgbClr val="6897BB"/>
                </a:solidFill>
                <a:effectLst/>
                <a:latin typeface="Consolas" panose="020B0609020204030204" pitchFamily="49" charset="0"/>
              </a:rPr>
              <a:t>2 </a:t>
            </a:r>
            <a:r>
              <a:rPr kumimoji="0" lang="en-US" altLang="en-US" b="0" i="0" u="none" strike="noStrike" cap="none" normalizeH="0" baseline="0" dirty="0">
                <a:ln>
                  <a:noFill/>
                </a:ln>
                <a:solidFill>
                  <a:srgbClr val="A9B7C6"/>
                </a:solidFill>
                <a:effectLst/>
                <a:latin typeface="Consolas" panose="020B0609020204030204" pitchFamily="49" charset="0"/>
              </a:rPr>
              <a:t>== </a:t>
            </a:r>
            <a:r>
              <a:rPr kumimoji="0" lang="en-US" altLang="en-US" b="0" i="0" u="none" strike="noStrike" cap="none" normalizeH="0" baseline="0" dirty="0">
                <a:ln>
                  <a:noFill/>
                </a:ln>
                <a:solidFill>
                  <a:srgbClr val="6897BB"/>
                </a:solidFill>
                <a:effectLst/>
                <a:latin typeface="Consolas" panose="020B0609020204030204" pitchFamily="49" charset="0"/>
              </a:rPr>
              <a:t>0</a:t>
            </a:r>
            <a:r>
              <a:rPr kumimoji="0" lang="en-US" altLang="en-US" b="0" i="0" u="none" strike="noStrike" cap="none" normalizeH="0" baseline="0" dirty="0">
                <a:ln>
                  <a:noFill/>
                </a:ln>
                <a:solidFill>
                  <a:srgbClr val="CC7832"/>
                </a:solidFill>
                <a:effectLst/>
                <a:latin typeface="Consolas" panose="020B0609020204030204" pitchFamily="49" charset="0"/>
              </a:rPr>
              <a:t>, </a:t>
            </a:r>
            <a:r>
              <a:rPr kumimoji="0" lang="en-US" altLang="en-US" b="0" i="0" u="none" strike="noStrike" cap="none" normalizeH="0" baseline="0" dirty="0">
                <a:ln>
                  <a:noFill/>
                </a:ln>
                <a:solidFill>
                  <a:srgbClr val="6897BB"/>
                </a:solidFill>
                <a:effectLst/>
                <a:latin typeface="Consolas" panose="020B0609020204030204" pitchFamily="49" charset="0"/>
              </a:rPr>
              <a:t>4</a:t>
            </a:r>
            <a:r>
              <a:rPr kumimoji="0" lang="en-US" altLang="en-US" b="0" i="0" u="none" strike="noStrike" cap="none" normalizeH="0" baseline="0" dirty="0">
                <a:ln>
                  <a:noFill/>
                </a:ln>
                <a:solidFill>
                  <a:srgbClr val="A9B7C6"/>
                </a:solidFill>
                <a:effectLst/>
                <a:latin typeface="Consolas" panose="020B0609020204030204" pitchFamily="49" charset="0"/>
              </a:rPr>
              <a:t>)</a:t>
            </a:r>
            <a:br>
              <a:rPr kumimoji="0" lang="en-US" altLang="en-US" b="0" i="0" u="none" strike="noStrike" cap="none" normalizeH="0" baseline="0" dirty="0">
                <a:ln>
                  <a:noFill/>
                </a:ln>
                <a:solidFill>
                  <a:srgbClr val="A9B7C6"/>
                </a:solidFill>
                <a:effectLst/>
                <a:latin typeface="Consolas" panose="020B0609020204030204" pitchFamily="49" charset="0"/>
              </a:rPr>
            </a:br>
            <a:r>
              <a:rPr kumimoji="0" lang="en-US" altLang="en-US" b="0" i="0" u="none" strike="noStrike" cap="none" normalizeH="0" baseline="0" dirty="0">
                <a:ln>
                  <a:noFill/>
                </a:ln>
                <a:solidFill>
                  <a:srgbClr val="8888C6"/>
                </a:solidFill>
                <a:effectLst/>
                <a:latin typeface="Consolas" panose="020B0609020204030204" pitchFamily="49" charset="0"/>
              </a:rPr>
              <a:t>print</a:t>
            </a:r>
            <a:r>
              <a:rPr kumimoji="0" lang="en-US" altLang="en-US" b="0" i="0" u="none" strike="noStrike" cap="none" normalizeH="0" baseline="0" dirty="0">
                <a:ln>
                  <a:noFill/>
                </a:ln>
                <a:solidFill>
                  <a:srgbClr val="A9B7C6"/>
                </a:solidFill>
                <a:effectLst/>
                <a:latin typeface="Consolas" panose="020B0609020204030204" pitchFamily="49" charset="0"/>
              </a:rPr>
              <a:t>(</a:t>
            </a:r>
            <a:r>
              <a:rPr kumimoji="0" lang="en-US" altLang="en-US" b="0" i="0" u="none" strike="noStrike" cap="none" normalizeH="0" baseline="0" dirty="0">
                <a:ln>
                  <a:noFill/>
                </a:ln>
                <a:solidFill>
                  <a:srgbClr val="6A8759"/>
                </a:solidFill>
                <a:effectLst/>
                <a:latin typeface="Consolas" panose="020B0609020204030204" pitchFamily="49" charset="0"/>
              </a:rPr>
              <a:t>"kq2 = "</a:t>
            </a:r>
            <a:r>
              <a:rPr kumimoji="0" lang="en-US" altLang="en-US" b="0" i="0" u="none" strike="noStrike" cap="none" normalizeH="0" baseline="0" dirty="0">
                <a:ln>
                  <a:noFill/>
                </a:ln>
                <a:solidFill>
                  <a:srgbClr val="CC7832"/>
                </a:solidFill>
                <a:effectLst/>
                <a:latin typeface="Consolas" panose="020B0609020204030204" pitchFamily="49" charset="0"/>
              </a:rPr>
              <a:t>, </a:t>
            </a:r>
            <a:r>
              <a:rPr kumimoji="0" lang="en-US" altLang="en-US" b="0" i="0" u="none" strike="noStrike" cap="none" normalizeH="0" baseline="0" dirty="0">
                <a:ln>
                  <a:noFill/>
                </a:ln>
                <a:solidFill>
                  <a:srgbClr val="A9B7C6"/>
                </a:solidFill>
                <a:effectLst/>
                <a:latin typeface="Consolas" panose="020B0609020204030204" pitchFamily="49" charset="0"/>
              </a:rPr>
              <a:t>kq2)</a:t>
            </a:r>
            <a:endParaRPr kumimoji="0" lang="en-US" altLang="en-US" sz="2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5799908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147">
                                            <p:txEl>
                                              <p:pRg st="1" end="1"/>
                                            </p:txEl>
                                          </p:spTgt>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0"/>
                                  </p:stCondLst>
                                  <p:childTnLst>
                                    <p:set>
                                      <p:cBhvr>
                                        <p:cTn id="9" dur="1" fill="hold">
                                          <p:stCondLst>
                                            <p:cond delay="0"/>
                                          </p:stCondLst>
                                        </p:cTn>
                                        <p:tgtEl>
                                          <p:spTgt spid="2"/>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6147">
                                            <p:txEl>
                                              <p:pRg st="3" end="3"/>
                                            </p:txEl>
                                          </p:spTgt>
                                        </p:tgtEl>
                                        <p:attrNameLst>
                                          <p:attrName>style.visibility</p:attrName>
                                        </p:attrNameLst>
                                      </p:cBhvr>
                                      <p:to>
                                        <p:strVal val="visible"/>
                                      </p:to>
                                    </p:set>
                                  </p:childTnLst>
                                </p:cTn>
                              </p:par>
                            </p:childTnLst>
                          </p:cTn>
                        </p:par>
                        <p:par>
                          <p:cTn id="14" fill="hold">
                            <p:stCondLst>
                              <p:cond delay="0"/>
                            </p:stCondLst>
                            <p:childTnLst>
                              <p:par>
                                <p:cTn id="15" presetID="1" presetClass="entr" presetSubtype="0" fill="hold" grpId="0" nodeType="afterEffect">
                                  <p:stCondLst>
                                    <p:cond delay="0"/>
                                  </p:stCondLst>
                                  <p:childTnLst>
                                    <p:set>
                                      <p:cBhvr>
                                        <p:cTn id="1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AD2704CE-C6D1-41A0-8FEA-203853D2A9FD}"/>
              </a:ext>
            </a:extLst>
          </p:cNvPr>
          <p:cNvSpPr>
            <a:spLocks noGrp="1"/>
          </p:cNvSpPr>
          <p:nvPr>
            <p:ph type="title"/>
          </p:nvPr>
        </p:nvSpPr>
        <p:spPr>
          <a:xfrm>
            <a:off x="152401" y="0"/>
            <a:ext cx="9028112" cy="914400"/>
          </a:xfrm>
        </p:spPr>
        <p:txBody>
          <a:bodyPr/>
          <a:lstStyle/>
          <a:p>
            <a:pPr algn="l">
              <a:lnSpc>
                <a:spcPct val="150000"/>
              </a:lnSpc>
              <a:spcBef>
                <a:spcPts val="1000"/>
              </a:spcBef>
              <a:buClr>
                <a:srgbClr val="215D9F"/>
              </a:buClr>
            </a:pPr>
            <a:r>
              <a:rPr lang="en-US" sz="3200">
                <a:solidFill>
                  <a:srgbClr val="0070C0"/>
                </a:solidFill>
              </a:rPr>
              <a:t>4. Bài tập</a:t>
            </a:r>
          </a:p>
        </p:txBody>
      </p:sp>
      <p:sp>
        <p:nvSpPr>
          <p:cNvPr id="6147" name="Content Placeholder 2">
            <a:extLst>
              <a:ext uri="{FF2B5EF4-FFF2-40B4-BE49-F238E27FC236}">
                <a16:creationId xmlns:a16="http://schemas.microsoft.com/office/drawing/2014/main" id="{B389CA34-20DF-451F-B09F-9A7C082A79F9}"/>
              </a:ext>
            </a:extLst>
          </p:cNvPr>
          <p:cNvSpPr>
            <a:spLocks noGrp="1"/>
          </p:cNvSpPr>
          <p:nvPr>
            <p:ph idx="1"/>
          </p:nvPr>
        </p:nvSpPr>
        <p:spPr>
          <a:xfrm>
            <a:off x="304799" y="1143000"/>
            <a:ext cx="8686799" cy="5610224"/>
          </a:xfrm>
        </p:spPr>
        <p:txBody>
          <a:bodyPr/>
          <a:lstStyle/>
          <a:p>
            <a:pPr marL="0" indent="0">
              <a:lnSpc>
                <a:spcPct val="150000"/>
              </a:lnSpc>
              <a:spcBef>
                <a:spcPts val="0"/>
              </a:spcBef>
              <a:buNone/>
            </a:pPr>
            <a:endParaRPr lang="en-US" sz="2800"/>
          </a:p>
          <a:p>
            <a:pPr marL="0" lvl="0" indent="0">
              <a:lnSpc>
                <a:spcPct val="150000"/>
              </a:lnSpc>
              <a:spcBef>
                <a:spcPts val="0"/>
              </a:spcBef>
              <a:buNone/>
            </a:pPr>
            <a:endParaRPr lang="en-US" sz="2800">
              <a:solidFill>
                <a:srgbClr val="002060"/>
              </a:solidFill>
              <a:latin typeface="Cambria" panose="02040503050406030204" pitchFamily="18" charset="0"/>
            </a:endParaRPr>
          </a:p>
          <a:p>
            <a:pPr marL="0" lvl="0" indent="0">
              <a:lnSpc>
                <a:spcPct val="150000"/>
              </a:lnSpc>
              <a:spcBef>
                <a:spcPts val="0"/>
              </a:spcBef>
              <a:buNone/>
            </a:pPr>
            <a:endParaRPr lang="en-US" sz="2800">
              <a:solidFill>
                <a:srgbClr val="002060"/>
              </a:solidFill>
              <a:latin typeface="Cambria" panose="02040503050406030204" pitchFamily="18" charset="0"/>
            </a:endParaRPr>
          </a:p>
          <a:p>
            <a:pPr marL="0" lvl="0" indent="0">
              <a:lnSpc>
                <a:spcPct val="150000"/>
              </a:lnSpc>
              <a:spcBef>
                <a:spcPts val="0"/>
              </a:spcBef>
              <a:buNone/>
            </a:pPr>
            <a:endParaRPr lang="en-US" sz="2800">
              <a:solidFill>
                <a:srgbClr val="002060"/>
              </a:solidFill>
              <a:latin typeface="Cambria" panose="02040503050406030204" pitchFamily="18" charset="0"/>
            </a:endParaRPr>
          </a:p>
          <a:p>
            <a:pPr marL="0" lvl="0" indent="0">
              <a:lnSpc>
                <a:spcPct val="150000"/>
              </a:lnSpc>
              <a:spcBef>
                <a:spcPts val="0"/>
              </a:spcBef>
              <a:buNone/>
            </a:pPr>
            <a:endParaRPr lang="en-US" sz="2800">
              <a:solidFill>
                <a:srgbClr val="002060"/>
              </a:solidFill>
              <a:latin typeface="Cambria" panose="02040503050406030204" pitchFamily="18" charset="0"/>
            </a:endParaRPr>
          </a:p>
        </p:txBody>
      </p:sp>
      <p:sp>
        <p:nvSpPr>
          <p:cNvPr id="6148" name="Slide Number Placeholder 3">
            <a:extLst>
              <a:ext uri="{FF2B5EF4-FFF2-40B4-BE49-F238E27FC236}">
                <a16:creationId xmlns:a16="http://schemas.microsoft.com/office/drawing/2014/main" id="{6387F6B7-3E78-4DC2-ACF4-7A9010C88B16}"/>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E46C0A"/>
              </a:buClr>
              <a:buFont typeface="Wingdings" panose="05000000000000000000" pitchFamily="2" charset="2"/>
              <a:buChar char="v"/>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742950" indent="-285750">
              <a:spcBef>
                <a:spcPct val="20000"/>
              </a:spcBef>
              <a:buClr>
                <a:srgbClr val="E46C0A"/>
              </a:buClr>
              <a:buFont typeface="Wingdings" panose="05000000000000000000" pitchFamily="2" charset="2"/>
              <a:buChar char="q"/>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marL="1143000" indent="-228600">
              <a:spcBef>
                <a:spcPct val="20000"/>
              </a:spcBef>
              <a:buClr>
                <a:srgbClr val="E46C0A"/>
              </a:buClr>
              <a:buFont typeface="Wingdings" panose="05000000000000000000" pitchFamily="2" charset="2"/>
              <a:buChar char="Ø"/>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3pPr>
            <a:lvl4pPr marL="1600200" indent="-228600">
              <a:spcBef>
                <a:spcPct val="20000"/>
              </a:spcBef>
              <a:buClr>
                <a:srgbClr val="E46C0A"/>
              </a:buClr>
              <a:buFont typeface="Courier New" panose="02070309020205020404" pitchFamily="49" charset="0"/>
              <a:buChar char="o"/>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4pPr>
            <a:lvl5pPr marL="2057400" indent="-228600">
              <a:spcBef>
                <a:spcPct val="20000"/>
              </a:spcBef>
              <a:buFont typeface="Arial" panose="020B0604020202020204" pitchFamily="34" charset="0"/>
              <a:buChar char="»"/>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9pPr>
          </a:lstStyle>
          <a:p>
            <a:pPr>
              <a:spcBef>
                <a:spcPct val="0"/>
              </a:spcBef>
              <a:buClrTx/>
              <a:buFontTx/>
              <a:buNone/>
            </a:pPr>
            <a:fld id="{E4B56E55-BAAA-4880-94A1-7A8094250C64}" type="slidenum">
              <a:rPr lang="en-US" altLang="en-US" sz="1400" smtClean="0">
                <a:solidFill>
                  <a:srgbClr val="002060"/>
                </a:solidFill>
                <a:latin typeface="Arial" panose="020B0604020202020204" pitchFamily="34" charset="0"/>
                <a:cs typeface="Arial" panose="020B0604020202020204" pitchFamily="34" charset="0"/>
              </a:rPr>
              <a:pPr>
                <a:spcBef>
                  <a:spcPct val="0"/>
                </a:spcBef>
                <a:buClrTx/>
                <a:buFontTx/>
                <a:buNone/>
              </a:pPr>
              <a:t>38</a:t>
            </a:fld>
            <a:endParaRPr lang="en-US" altLang="en-US" sz="1400">
              <a:solidFill>
                <a:srgbClr val="002060"/>
              </a:solidFill>
              <a:latin typeface="Arial" panose="020B0604020202020204" pitchFamily="34" charset="0"/>
              <a:cs typeface="Arial" panose="020B0604020202020204" pitchFamily="34" charset="0"/>
            </a:endParaRPr>
          </a:p>
        </p:txBody>
      </p:sp>
      <p:sp>
        <p:nvSpPr>
          <p:cNvPr id="10" name="Content Placeholder 2">
            <a:extLst>
              <a:ext uri="{FF2B5EF4-FFF2-40B4-BE49-F238E27FC236}">
                <a16:creationId xmlns:a16="http://schemas.microsoft.com/office/drawing/2014/main" id="{CB521C8C-01D1-4D03-B141-C7D7C77B18B3}"/>
              </a:ext>
            </a:extLst>
          </p:cNvPr>
          <p:cNvSpPr txBox="1">
            <a:spLocks/>
          </p:cNvSpPr>
          <p:nvPr/>
        </p:nvSpPr>
        <p:spPr>
          <a:xfrm>
            <a:off x="342900" y="914400"/>
            <a:ext cx="8572500" cy="5334000"/>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lnSpc>
                <a:spcPct val="150000"/>
              </a:lnSpc>
              <a:buNone/>
            </a:pPr>
            <a:r>
              <a:rPr lang="en-US" sz="2400" b="1" u="sng">
                <a:latin typeface="Cambria" panose="02040503050406030204" pitchFamily="18" charset="0"/>
                <a:cs typeface="Times New Roman" pitchFamily="18" charset="0"/>
              </a:rPr>
              <a:t>Câu 1:</a:t>
            </a:r>
            <a:r>
              <a:rPr lang="en-US" sz="2400">
                <a:latin typeface="Cambria" panose="02040503050406030204" pitchFamily="18" charset="0"/>
                <a:cs typeface="Times New Roman" pitchFamily="18" charset="0"/>
              </a:rPr>
              <a:t> Gọi BMI là chỉ số cân đối c</a:t>
            </a:r>
            <a:r>
              <a:rPr lang="vi-VN" sz="2400">
                <a:latin typeface="Cambria" panose="02040503050406030204" pitchFamily="18" charset="0"/>
                <a:cs typeface="Times New Roman" pitchFamily="18" charset="0"/>
              </a:rPr>
              <a:t>ơ</a:t>
            </a:r>
            <a:r>
              <a:rPr lang="en-US" sz="2400">
                <a:latin typeface="Cambria" panose="02040503050406030204" pitchFamily="18" charset="0"/>
                <a:cs typeface="Times New Roman" pitchFamily="18" charset="0"/>
              </a:rPr>
              <a:t> thể. Yêu cầu đầu vào nhập là chiều cao và cân nặng, hãy cho  biết ng</a:t>
            </a:r>
            <a:r>
              <a:rPr lang="vi-VN" sz="2400">
                <a:latin typeface="Cambria" panose="02040503050406030204" pitchFamily="18" charset="0"/>
                <a:cs typeface="Times New Roman" pitchFamily="18" charset="0"/>
              </a:rPr>
              <a:t>ư</a:t>
            </a:r>
            <a:r>
              <a:rPr lang="en-US" sz="2400">
                <a:latin typeface="Cambria" panose="02040503050406030204" pitchFamily="18" charset="0"/>
                <a:cs typeface="Times New Roman" pitchFamily="18" charset="0"/>
              </a:rPr>
              <a:t>ời này nh</a:t>
            </a:r>
            <a:r>
              <a:rPr lang="vi-VN" sz="2400">
                <a:latin typeface="Cambria" panose="02040503050406030204" pitchFamily="18" charset="0"/>
                <a:cs typeface="Times New Roman" pitchFamily="18" charset="0"/>
              </a:rPr>
              <a:t>ư</a:t>
            </a:r>
            <a:r>
              <a:rPr lang="en-US" sz="2400">
                <a:latin typeface="Cambria" panose="02040503050406030204" pitchFamily="18" charset="0"/>
                <a:cs typeface="Times New Roman" pitchFamily="18" charset="0"/>
              </a:rPr>
              <a:t> thế nào, biết rằng:</a:t>
            </a:r>
          </a:p>
          <a:p>
            <a:pPr marL="457200" indent="-457200" algn="just">
              <a:lnSpc>
                <a:spcPct val="150000"/>
              </a:lnSpc>
              <a:buFont typeface="Wingdings" pitchFamily="2" charset="2"/>
              <a:buChar char="Ø"/>
            </a:pPr>
            <a:endParaRPr lang="en-US" sz="2400">
              <a:latin typeface="Cambria" panose="02040503050406030204" pitchFamily="18" charset="0"/>
              <a:cs typeface="Times New Roman" pitchFamily="18" charset="0"/>
            </a:endParaRPr>
          </a:p>
          <a:p>
            <a:pPr marL="457200" indent="-457200" algn="just">
              <a:lnSpc>
                <a:spcPct val="150000"/>
              </a:lnSpc>
              <a:buFont typeface="Wingdings" pitchFamily="2" charset="2"/>
              <a:buChar char="Ø"/>
            </a:pPr>
            <a:endParaRPr lang="en-US" sz="2400">
              <a:latin typeface="Cambria" panose="02040503050406030204" pitchFamily="18" charset="0"/>
              <a:cs typeface="Times New Roman" pitchFamily="18" charset="0"/>
            </a:endParaRPr>
          </a:p>
          <a:p>
            <a:pPr marL="457200" indent="-457200" algn="just">
              <a:lnSpc>
                <a:spcPct val="150000"/>
              </a:lnSpc>
              <a:buFont typeface="Wingdings" pitchFamily="2" charset="2"/>
              <a:buChar char="Ø"/>
            </a:pPr>
            <a:endParaRPr lang="en-US" sz="2400">
              <a:latin typeface="Cambria" panose="02040503050406030204" pitchFamily="18" charset="0"/>
              <a:cs typeface="Times New Roman" pitchFamily="18" charset="0"/>
            </a:endParaRPr>
          </a:p>
          <a:p>
            <a:pPr marL="457200" indent="-457200" algn="just">
              <a:lnSpc>
                <a:spcPct val="150000"/>
              </a:lnSpc>
              <a:buFont typeface="Wingdings" pitchFamily="2" charset="2"/>
              <a:buChar char="Ø"/>
            </a:pPr>
            <a:endParaRPr lang="en-US" sz="2400">
              <a:latin typeface="Cambria" panose="02040503050406030204" pitchFamily="18" charset="0"/>
              <a:cs typeface="Times New Roman" pitchFamily="18" charset="0"/>
            </a:endParaRPr>
          </a:p>
          <a:p>
            <a:pPr marL="0" indent="0">
              <a:lnSpc>
                <a:spcPct val="150000"/>
              </a:lnSpc>
              <a:buNone/>
            </a:pPr>
            <a:r>
              <a:rPr lang="en-US" sz="2400">
                <a:latin typeface="Cambria" panose="02040503050406030204" pitchFamily="18" charset="0"/>
                <a:cs typeface="Times New Roman" pitchFamily="18" charset="0"/>
              </a:rPr>
              <a:t>Hãy thông báo phân loại </a:t>
            </a:r>
          </a:p>
          <a:p>
            <a:pPr marL="0" indent="0">
              <a:lnSpc>
                <a:spcPct val="150000"/>
              </a:lnSpc>
              <a:buNone/>
            </a:pPr>
            <a:r>
              <a:rPr lang="en-US" sz="2400">
                <a:latin typeface="Cambria" panose="02040503050406030204" pitchFamily="18" charset="0"/>
                <a:cs typeface="Times New Roman" pitchFamily="18" charset="0"/>
              </a:rPr>
              <a:t>Và cảnh bảo nguy c</a:t>
            </a:r>
            <a:r>
              <a:rPr lang="vi-VN" sz="2400">
                <a:latin typeface="Cambria" panose="02040503050406030204" pitchFamily="18" charset="0"/>
                <a:cs typeface="Times New Roman" pitchFamily="18" charset="0"/>
              </a:rPr>
              <a:t>ơ</a:t>
            </a:r>
            <a:r>
              <a:rPr lang="en-US" sz="2400">
                <a:latin typeface="Cambria" panose="02040503050406030204" pitchFamily="18" charset="0"/>
                <a:cs typeface="Times New Roman" pitchFamily="18" charset="0"/>
              </a:rPr>
              <a:t> cho họ</a:t>
            </a:r>
          </a:p>
        </p:txBody>
      </p:sp>
      <p:pic>
        <p:nvPicPr>
          <p:cNvPr id="9" name="Picture 8">
            <a:extLst>
              <a:ext uri="{FF2B5EF4-FFF2-40B4-BE49-F238E27FC236}">
                <a16:creationId xmlns:a16="http://schemas.microsoft.com/office/drawing/2014/main" id="{55F6C795-B43C-4623-8DCC-13BB9EFDDAA1}"/>
              </a:ext>
            </a:extLst>
          </p:cNvPr>
          <p:cNvPicPr>
            <a:picLocks noChangeAspect="1"/>
          </p:cNvPicPr>
          <p:nvPr/>
        </p:nvPicPr>
        <p:blipFill>
          <a:blip r:embed="rId2"/>
          <a:stretch>
            <a:fillRect/>
          </a:stretch>
        </p:blipFill>
        <p:spPr>
          <a:xfrm>
            <a:off x="1219200" y="2060625"/>
            <a:ext cx="4267200" cy="1013183"/>
          </a:xfrm>
          <a:prstGeom prst="rect">
            <a:avLst/>
          </a:prstGeom>
        </p:spPr>
      </p:pic>
      <p:pic>
        <p:nvPicPr>
          <p:cNvPr id="14" name="Picture 13">
            <a:extLst>
              <a:ext uri="{FF2B5EF4-FFF2-40B4-BE49-F238E27FC236}">
                <a16:creationId xmlns:a16="http://schemas.microsoft.com/office/drawing/2014/main" id="{C5A1E6B9-7133-404C-9845-C0AA7E4F8E14}"/>
              </a:ext>
            </a:extLst>
          </p:cNvPr>
          <p:cNvPicPr>
            <a:picLocks noChangeAspect="1"/>
          </p:cNvPicPr>
          <p:nvPr/>
        </p:nvPicPr>
        <p:blipFill>
          <a:blip r:embed="rId3"/>
          <a:stretch>
            <a:fillRect/>
          </a:stretch>
        </p:blipFill>
        <p:spPr>
          <a:xfrm>
            <a:off x="4086627" y="3198760"/>
            <a:ext cx="4970737" cy="3659239"/>
          </a:xfrm>
          <a:prstGeom prst="rect">
            <a:avLst/>
          </a:prstGeom>
        </p:spPr>
      </p:pic>
    </p:spTree>
    <p:extLst>
      <p:ext uri="{BB962C8B-B14F-4D97-AF65-F5344CB8AC3E}">
        <p14:creationId xmlns:p14="http://schemas.microsoft.com/office/powerpoint/2010/main" val="371133801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AD2704CE-C6D1-41A0-8FEA-203853D2A9FD}"/>
              </a:ext>
            </a:extLst>
          </p:cNvPr>
          <p:cNvSpPr>
            <a:spLocks noGrp="1"/>
          </p:cNvSpPr>
          <p:nvPr>
            <p:ph type="title"/>
          </p:nvPr>
        </p:nvSpPr>
        <p:spPr>
          <a:xfrm>
            <a:off x="152401" y="0"/>
            <a:ext cx="9028112" cy="914400"/>
          </a:xfrm>
        </p:spPr>
        <p:txBody>
          <a:bodyPr/>
          <a:lstStyle/>
          <a:p>
            <a:pPr algn="l">
              <a:lnSpc>
                <a:spcPct val="150000"/>
              </a:lnSpc>
              <a:spcBef>
                <a:spcPts val="1000"/>
              </a:spcBef>
              <a:buClr>
                <a:srgbClr val="215D9F"/>
              </a:buClr>
            </a:pPr>
            <a:r>
              <a:rPr lang="en-US" sz="3200">
                <a:solidFill>
                  <a:srgbClr val="0070C0"/>
                </a:solidFill>
              </a:rPr>
              <a:t>4. Bài tập</a:t>
            </a:r>
          </a:p>
        </p:txBody>
      </p:sp>
      <p:sp>
        <p:nvSpPr>
          <p:cNvPr id="6147" name="Content Placeholder 2">
            <a:extLst>
              <a:ext uri="{FF2B5EF4-FFF2-40B4-BE49-F238E27FC236}">
                <a16:creationId xmlns:a16="http://schemas.microsoft.com/office/drawing/2014/main" id="{B389CA34-20DF-451F-B09F-9A7C082A79F9}"/>
              </a:ext>
            </a:extLst>
          </p:cNvPr>
          <p:cNvSpPr>
            <a:spLocks noGrp="1"/>
          </p:cNvSpPr>
          <p:nvPr>
            <p:ph idx="1"/>
          </p:nvPr>
        </p:nvSpPr>
        <p:spPr>
          <a:xfrm>
            <a:off x="304799" y="1143000"/>
            <a:ext cx="8686799" cy="5610224"/>
          </a:xfrm>
        </p:spPr>
        <p:txBody>
          <a:bodyPr/>
          <a:lstStyle/>
          <a:p>
            <a:pPr marL="0" indent="0">
              <a:lnSpc>
                <a:spcPct val="150000"/>
              </a:lnSpc>
              <a:spcBef>
                <a:spcPts val="0"/>
              </a:spcBef>
              <a:buNone/>
            </a:pPr>
            <a:endParaRPr lang="en-US" sz="2800"/>
          </a:p>
          <a:p>
            <a:pPr marL="0" lvl="0" indent="0">
              <a:lnSpc>
                <a:spcPct val="150000"/>
              </a:lnSpc>
              <a:spcBef>
                <a:spcPts val="0"/>
              </a:spcBef>
              <a:buNone/>
            </a:pPr>
            <a:endParaRPr lang="en-US" sz="2800">
              <a:solidFill>
                <a:srgbClr val="002060"/>
              </a:solidFill>
              <a:latin typeface="Cambria" panose="02040503050406030204" pitchFamily="18" charset="0"/>
            </a:endParaRPr>
          </a:p>
          <a:p>
            <a:pPr marL="0" lvl="0" indent="0">
              <a:lnSpc>
                <a:spcPct val="150000"/>
              </a:lnSpc>
              <a:spcBef>
                <a:spcPts val="0"/>
              </a:spcBef>
              <a:buNone/>
            </a:pPr>
            <a:endParaRPr lang="en-US" sz="2800">
              <a:solidFill>
                <a:srgbClr val="002060"/>
              </a:solidFill>
              <a:latin typeface="Cambria" panose="02040503050406030204" pitchFamily="18" charset="0"/>
            </a:endParaRPr>
          </a:p>
          <a:p>
            <a:pPr marL="0" lvl="0" indent="0">
              <a:lnSpc>
                <a:spcPct val="150000"/>
              </a:lnSpc>
              <a:spcBef>
                <a:spcPts val="0"/>
              </a:spcBef>
              <a:buNone/>
            </a:pPr>
            <a:endParaRPr lang="en-US" sz="2800">
              <a:solidFill>
                <a:srgbClr val="002060"/>
              </a:solidFill>
              <a:latin typeface="Cambria" panose="02040503050406030204" pitchFamily="18" charset="0"/>
            </a:endParaRPr>
          </a:p>
          <a:p>
            <a:pPr marL="0" lvl="0" indent="0">
              <a:lnSpc>
                <a:spcPct val="150000"/>
              </a:lnSpc>
              <a:spcBef>
                <a:spcPts val="0"/>
              </a:spcBef>
              <a:buNone/>
            </a:pPr>
            <a:endParaRPr lang="en-US" sz="2800">
              <a:solidFill>
                <a:srgbClr val="002060"/>
              </a:solidFill>
              <a:latin typeface="Cambria" panose="02040503050406030204" pitchFamily="18" charset="0"/>
            </a:endParaRPr>
          </a:p>
        </p:txBody>
      </p:sp>
      <p:sp>
        <p:nvSpPr>
          <p:cNvPr id="6148" name="Slide Number Placeholder 3">
            <a:extLst>
              <a:ext uri="{FF2B5EF4-FFF2-40B4-BE49-F238E27FC236}">
                <a16:creationId xmlns:a16="http://schemas.microsoft.com/office/drawing/2014/main" id="{6387F6B7-3E78-4DC2-ACF4-7A9010C88B16}"/>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E46C0A"/>
              </a:buClr>
              <a:buFont typeface="Wingdings" panose="05000000000000000000" pitchFamily="2" charset="2"/>
              <a:buChar char="v"/>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742950" indent="-285750">
              <a:spcBef>
                <a:spcPct val="20000"/>
              </a:spcBef>
              <a:buClr>
                <a:srgbClr val="E46C0A"/>
              </a:buClr>
              <a:buFont typeface="Wingdings" panose="05000000000000000000" pitchFamily="2" charset="2"/>
              <a:buChar char="q"/>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marL="1143000" indent="-228600">
              <a:spcBef>
                <a:spcPct val="20000"/>
              </a:spcBef>
              <a:buClr>
                <a:srgbClr val="E46C0A"/>
              </a:buClr>
              <a:buFont typeface="Wingdings" panose="05000000000000000000" pitchFamily="2" charset="2"/>
              <a:buChar char="Ø"/>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3pPr>
            <a:lvl4pPr marL="1600200" indent="-228600">
              <a:spcBef>
                <a:spcPct val="20000"/>
              </a:spcBef>
              <a:buClr>
                <a:srgbClr val="E46C0A"/>
              </a:buClr>
              <a:buFont typeface="Courier New" panose="02070309020205020404" pitchFamily="49" charset="0"/>
              <a:buChar char="o"/>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4pPr>
            <a:lvl5pPr marL="2057400" indent="-228600">
              <a:spcBef>
                <a:spcPct val="20000"/>
              </a:spcBef>
              <a:buFont typeface="Arial" panose="020B0604020202020204" pitchFamily="34" charset="0"/>
              <a:buChar char="»"/>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9pPr>
          </a:lstStyle>
          <a:p>
            <a:pPr>
              <a:spcBef>
                <a:spcPct val="0"/>
              </a:spcBef>
              <a:buClrTx/>
              <a:buFontTx/>
              <a:buNone/>
            </a:pPr>
            <a:fld id="{E4B56E55-BAAA-4880-94A1-7A8094250C64}" type="slidenum">
              <a:rPr lang="en-US" altLang="en-US" sz="1400" smtClean="0">
                <a:solidFill>
                  <a:srgbClr val="002060"/>
                </a:solidFill>
                <a:latin typeface="Arial" panose="020B0604020202020204" pitchFamily="34" charset="0"/>
                <a:cs typeface="Arial" panose="020B0604020202020204" pitchFamily="34" charset="0"/>
              </a:rPr>
              <a:pPr>
                <a:spcBef>
                  <a:spcPct val="0"/>
                </a:spcBef>
                <a:buClrTx/>
                <a:buFontTx/>
                <a:buNone/>
              </a:pPr>
              <a:t>39</a:t>
            </a:fld>
            <a:endParaRPr lang="en-US" altLang="en-US" sz="1400">
              <a:solidFill>
                <a:srgbClr val="002060"/>
              </a:solidFill>
              <a:latin typeface="Arial" panose="020B0604020202020204" pitchFamily="34" charset="0"/>
              <a:cs typeface="Arial" panose="020B0604020202020204" pitchFamily="34" charset="0"/>
            </a:endParaRPr>
          </a:p>
        </p:txBody>
      </p:sp>
      <p:sp>
        <p:nvSpPr>
          <p:cNvPr id="10" name="Content Placeholder 2">
            <a:extLst>
              <a:ext uri="{FF2B5EF4-FFF2-40B4-BE49-F238E27FC236}">
                <a16:creationId xmlns:a16="http://schemas.microsoft.com/office/drawing/2014/main" id="{CB521C8C-01D1-4D03-B141-C7D7C77B18B3}"/>
              </a:ext>
            </a:extLst>
          </p:cNvPr>
          <p:cNvSpPr txBox="1">
            <a:spLocks/>
          </p:cNvSpPr>
          <p:nvPr/>
        </p:nvSpPr>
        <p:spPr>
          <a:xfrm>
            <a:off x="342900" y="914400"/>
            <a:ext cx="8572500" cy="5334000"/>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2400" b="1" u="sng">
                <a:latin typeface="Cambria" panose="02040503050406030204" pitchFamily="18" charset="0"/>
                <a:cs typeface="Times New Roman" pitchFamily="18" charset="0"/>
              </a:rPr>
              <a:t>Câu 1:</a:t>
            </a:r>
            <a:r>
              <a:rPr lang="en-US" sz="2400">
                <a:latin typeface="Cambria" panose="02040503050406030204" pitchFamily="18" charset="0"/>
                <a:cs typeface="Times New Roman" pitchFamily="18" charset="0"/>
              </a:rPr>
              <a:t> Cho 3 hàm d</a:t>
            </a:r>
            <a:r>
              <a:rPr lang="vi-VN" sz="2400">
                <a:latin typeface="Cambria" panose="02040503050406030204" pitchFamily="18" charset="0"/>
                <a:cs typeface="Times New Roman" pitchFamily="18" charset="0"/>
              </a:rPr>
              <a:t>ư</a:t>
            </a:r>
            <a:r>
              <a:rPr lang="en-US" sz="2400">
                <a:latin typeface="Cambria" panose="02040503050406030204" pitchFamily="18" charset="0"/>
                <a:cs typeface="Times New Roman" pitchFamily="18" charset="0"/>
              </a:rPr>
              <a:t>ới đây:</a:t>
            </a:r>
            <a:endParaRPr lang="en-US" sz="2400" b="1" u="sng">
              <a:latin typeface="Cambria" panose="02040503050406030204" pitchFamily="18" charset="0"/>
              <a:cs typeface="Times New Roman" pitchFamily="18" charset="0"/>
            </a:endParaRPr>
          </a:p>
          <a:p>
            <a:pPr marL="0" indent="0">
              <a:buNone/>
            </a:pPr>
            <a:endParaRPr lang="en-US" sz="2400">
              <a:latin typeface="Cambria" panose="02040503050406030204" pitchFamily="18" charset="0"/>
              <a:cs typeface="Times New Roman" pitchFamily="18" charset="0"/>
            </a:endParaRPr>
          </a:p>
        </p:txBody>
      </p:sp>
      <p:sp>
        <p:nvSpPr>
          <p:cNvPr id="8" name="Rectangle 7">
            <a:extLst>
              <a:ext uri="{FF2B5EF4-FFF2-40B4-BE49-F238E27FC236}">
                <a16:creationId xmlns:a16="http://schemas.microsoft.com/office/drawing/2014/main" id="{14E67028-FF48-42B2-98BA-2193C771FCBA}"/>
              </a:ext>
            </a:extLst>
          </p:cNvPr>
          <p:cNvSpPr>
            <a:spLocks noChangeArrowheads="1"/>
          </p:cNvSpPr>
          <p:nvPr/>
        </p:nvSpPr>
        <p:spPr bwMode="auto">
          <a:xfrm>
            <a:off x="296004" y="1754862"/>
            <a:ext cx="3456624" cy="4493538"/>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200" b="1" i="0" u="none" strike="noStrike" cap="none" normalizeH="0" baseline="0">
                <a:ln>
                  <a:noFill/>
                </a:ln>
                <a:solidFill>
                  <a:srgbClr val="000080"/>
                </a:solidFill>
                <a:effectLst/>
                <a:latin typeface="Courier New" panose="02070309020205020404" pitchFamily="49" charset="0"/>
                <a:cs typeface="Courier New" panose="02070309020205020404" pitchFamily="49" charset="0"/>
              </a:rPr>
              <a:t>def </a:t>
            </a:r>
            <a:r>
              <a:rPr kumimoji="0" lang="en-US" altLang="en-US" sz="22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sum1(n):</a:t>
            </a:r>
            <a:br>
              <a:rPr kumimoji="0" lang="en-US" altLang="en-US" sz="22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br>
            <a:r>
              <a:rPr kumimoji="0" lang="en-US" altLang="en-US" sz="22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    s = </a:t>
            </a:r>
            <a:r>
              <a:rPr kumimoji="0" lang="en-US" altLang="en-US" sz="2200" b="0" i="0" u="none" strike="noStrike" cap="none" normalizeH="0" baseline="0">
                <a:ln>
                  <a:noFill/>
                </a:ln>
                <a:solidFill>
                  <a:srgbClr val="0000FF"/>
                </a:solidFill>
                <a:effectLst/>
                <a:latin typeface="Courier New" panose="02070309020205020404" pitchFamily="49" charset="0"/>
                <a:cs typeface="Courier New" panose="02070309020205020404" pitchFamily="49" charset="0"/>
              </a:rPr>
              <a:t>0</a:t>
            </a:r>
            <a:br>
              <a:rPr kumimoji="0" lang="en-US" altLang="en-US" sz="2200" b="0" i="0" u="none" strike="noStrike" cap="none" normalizeH="0" baseline="0">
                <a:ln>
                  <a:noFill/>
                </a:ln>
                <a:solidFill>
                  <a:srgbClr val="0000FF"/>
                </a:solidFill>
                <a:effectLst/>
                <a:latin typeface="Courier New" panose="02070309020205020404" pitchFamily="49" charset="0"/>
                <a:cs typeface="Courier New" panose="02070309020205020404" pitchFamily="49" charset="0"/>
              </a:rPr>
            </a:br>
            <a:r>
              <a:rPr kumimoji="0" lang="en-US" altLang="en-US" sz="2200" b="0" i="0" u="none" strike="noStrike" cap="none" normalizeH="0" baseline="0">
                <a:ln>
                  <a:noFill/>
                </a:ln>
                <a:solidFill>
                  <a:srgbClr val="0000FF"/>
                </a:solidFill>
                <a:effectLst/>
                <a:latin typeface="Courier New" panose="02070309020205020404" pitchFamily="49" charset="0"/>
                <a:cs typeface="Courier New" panose="02070309020205020404" pitchFamily="49" charset="0"/>
              </a:rPr>
              <a:t>    </a:t>
            </a:r>
            <a:r>
              <a:rPr kumimoji="0" lang="en-US" altLang="en-US" sz="2200" b="1" i="0" u="none" strike="noStrike" cap="none" normalizeH="0" baseline="0">
                <a:ln>
                  <a:noFill/>
                </a:ln>
                <a:solidFill>
                  <a:srgbClr val="000080"/>
                </a:solidFill>
                <a:effectLst/>
                <a:latin typeface="Courier New" panose="02070309020205020404" pitchFamily="49" charset="0"/>
                <a:cs typeface="Courier New" panose="02070309020205020404" pitchFamily="49" charset="0"/>
              </a:rPr>
              <a:t>while </a:t>
            </a:r>
            <a:r>
              <a:rPr kumimoji="0" lang="en-US" altLang="en-US" sz="22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n &gt; </a:t>
            </a:r>
            <a:r>
              <a:rPr kumimoji="0" lang="en-US" altLang="en-US" sz="2200" b="0" i="0" u="none" strike="noStrike" cap="none" normalizeH="0" baseline="0">
                <a:ln>
                  <a:noFill/>
                </a:ln>
                <a:solidFill>
                  <a:srgbClr val="0000FF"/>
                </a:solidFill>
                <a:effectLst/>
                <a:latin typeface="Courier New" panose="02070309020205020404" pitchFamily="49" charset="0"/>
                <a:cs typeface="Courier New" panose="02070309020205020404" pitchFamily="49" charset="0"/>
              </a:rPr>
              <a:t>0</a:t>
            </a:r>
            <a:r>
              <a:rPr kumimoji="0" lang="en-US" altLang="en-US" sz="22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a:t>
            </a:r>
            <a:br>
              <a:rPr kumimoji="0" lang="en-US" altLang="en-US" sz="22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br>
            <a:r>
              <a:rPr kumimoji="0" lang="en-US" altLang="en-US" sz="22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        s += </a:t>
            </a:r>
            <a:r>
              <a:rPr kumimoji="0" lang="en-US" altLang="en-US" sz="2200" b="0" i="0" u="none" strike="noStrike" cap="none" normalizeH="0" baseline="0">
                <a:ln>
                  <a:noFill/>
                </a:ln>
                <a:solidFill>
                  <a:srgbClr val="0000FF"/>
                </a:solidFill>
                <a:effectLst/>
                <a:latin typeface="Courier New" panose="02070309020205020404" pitchFamily="49" charset="0"/>
                <a:cs typeface="Courier New" panose="02070309020205020404" pitchFamily="49" charset="0"/>
              </a:rPr>
              <a:t>1</a:t>
            </a:r>
            <a:br>
              <a:rPr kumimoji="0" lang="en-US" altLang="en-US" sz="2200" b="0" i="0" u="none" strike="noStrike" cap="none" normalizeH="0" baseline="0">
                <a:ln>
                  <a:noFill/>
                </a:ln>
                <a:solidFill>
                  <a:srgbClr val="0000FF"/>
                </a:solidFill>
                <a:effectLst/>
                <a:latin typeface="Courier New" panose="02070309020205020404" pitchFamily="49" charset="0"/>
                <a:cs typeface="Courier New" panose="02070309020205020404" pitchFamily="49" charset="0"/>
              </a:rPr>
            </a:br>
            <a:r>
              <a:rPr kumimoji="0" lang="en-US" altLang="en-US" sz="2200" b="0" i="0" u="none" strike="noStrike" cap="none" normalizeH="0" baseline="0">
                <a:ln>
                  <a:noFill/>
                </a:ln>
                <a:solidFill>
                  <a:srgbClr val="0000FF"/>
                </a:solidFill>
                <a:effectLst/>
                <a:latin typeface="Courier New" panose="02070309020205020404" pitchFamily="49" charset="0"/>
                <a:cs typeface="Courier New" panose="02070309020205020404" pitchFamily="49" charset="0"/>
              </a:rPr>
              <a:t>        </a:t>
            </a:r>
            <a:r>
              <a:rPr kumimoji="0" lang="en-US" altLang="en-US" sz="22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n -= </a:t>
            </a:r>
            <a:r>
              <a:rPr kumimoji="0" lang="en-US" altLang="en-US" sz="2200" b="0" i="0" u="none" strike="noStrike" cap="none" normalizeH="0" baseline="0">
                <a:ln>
                  <a:noFill/>
                </a:ln>
                <a:solidFill>
                  <a:srgbClr val="0000FF"/>
                </a:solidFill>
                <a:effectLst/>
                <a:latin typeface="Courier New" panose="02070309020205020404" pitchFamily="49" charset="0"/>
                <a:cs typeface="Courier New" panose="02070309020205020404" pitchFamily="49" charset="0"/>
              </a:rPr>
              <a:t>1</a:t>
            </a:r>
            <a:br>
              <a:rPr kumimoji="0" lang="en-US" altLang="en-US" sz="2200" b="0" i="0" u="none" strike="noStrike" cap="none" normalizeH="0" baseline="0">
                <a:ln>
                  <a:noFill/>
                </a:ln>
                <a:solidFill>
                  <a:srgbClr val="0000FF"/>
                </a:solidFill>
                <a:effectLst/>
                <a:latin typeface="Courier New" panose="02070309020205020404" pitchFamily="49" charset="0"/>
                <a:cs typeface="Courier New" panose="02070309020205020404" pitchFamily="49" charset="0"/>
              </a:rPr>
            </a:br>
            <a:r>
              <a:rPr kumimoji="0" lang="en-US" altLang="en-US" sz="2200" b="0" i="0" u="none" strike="noStrike" cap="none" normalizeH="0" baseline="0">
                <a:ln>
                  <a:noFill/>
                </a:ln>
                <a:solidFill>
                  <a:srgbClr val="0000FF"/>
                </a:solidFill>
                <a:effectLst/>
                <a:latin typeface="Courier New" panose="02070309020205020404" pitchFamily="49" charset="0"/>
                <a:cs typeface="Courier New" panose="02070309020205020404" pitchFamily="49" charset="0"/>
              </a:rPr>
              <a:t>    </a:t>
            </a:r>
            <a:r>
              <a:rPr kumimoji="0" lang="en-US" altLang="en-US" sz="2200" b="1" i="0" u="none" strike="noStrike" cap="none" normalizeH="0" baseline="0">
                <a:ln>
                  <a:noFill/>
                </a:ln>
                <a:solidFill>
                  <a:srgbClr val="000080"/>
                </a:solidFill>
                <a:effectLst/>
                <a:latin typeface="Courier New" panose="02070309020205020404" pitchFamily="49" charset="0"/>
                <a:cs typeface="Courier New" panose="02070309020205020404" pitchFamily="49" charset="0"/>
              </a:rPr>
              <a:t>return </a:t>
            </a:r>
            <a:r>
              <a:rPr kumimoji="0" lang="en-US" altLang="en-US" sz="22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s</a:t>
            </a:r>
            <a:br>
              <a:rPr kumimoji="0" lang="en-US" altLang="en-US" sz="22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br>
            <a:r>
              <a:rPr kumimoji="0" lang="en-US" altLang="en-US" sz="2200" b="1" i="0" u="none" strike="noStrike" cap="none" normalizeH="0" baseline="0">
                <a:ln>
                  <a:noFill/>
                </a:ln>
                <a:solidFill>
                  <a:srgbClr val="000080"/>
                </a:solidFill>
                <a:effectLst/>
                <a:latin typeface="Courier New" panose="02070309020205020404" pitchFamily="49" charset="0"/>
                <a:cs typeface="Courier New" panose="02070309020205020404" pitchFamily="49" charset="0"/>
              </a:rPr>
              <a:t>def </a:t>
            </a:r>
            <a:r>
              <a:rPr kumimoji="0" lang="en-US" altLang="en-US" sz="22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sum2():</a:t>
            </a:r>
            <a:br>
              <a:rPr kumimoji="0" lang="en-US" altLang="en-US" sz="22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br>
            <a:r>
              <a:rPr kumimoji="0" lang="en-US" altLang="en-US" sz="22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    </a:t>
            </a:r>
            <a:r>
              <a:rPr kumimoji="0" lang="en-US" altLang="en-US" sz="2200" b="1" i="0" u="none" strike="noStrike" cap="none" normalizeH="0" baseline="0">
                <a:ln>
                  <a:noFill/>
                </a:ln>
                <a:solidFill>
                  <a:srgbClr val="000080"/>
                </a:solidFill>
                <a:effectLst/>
                <a:latin typeface="Courier New" panose="02070309020205020404" pitchFamily="49" charset="0"/>
                <a:cs typeface="Courier New" panose="02070309020205020404" pitchFamily="49" charset="0"/>
              </a:rPr>
              <a:t>global </a:t>
            </a:r>
            <a:r>
              <a:rPr kumimoji="0" lang="en-US" altLang="en-US" sz="22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val</a:t>
            </a:r>
            <a:br>
              <a:rPr kumimoji="0" lang="en-US" altLang="en-US" sz="22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br>
            <a:r>
              <a:rPr kumimoji="0" lang="en-US" altLang="en-US" sz="22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    s = </a:t>
            </a:r>
            <a:r>
              <a:rPr kumimoji="0" lang="en-US" altLang="en-US" sz="2200" b="0" i="0" u="none" strike="noStrike" cap="none" normalizeH="0" baseline="0">
                <a:ln>
                  <a:noFill/>
                </a:ln>
                <a:solidFill>
                  <a:srgbClr val="0000FF"/>
                </a:solidFill>
                <a:effectLst/>
                <a:latin typeface="Courier New" panose="02070309020205020404" pitchFamily="49" charset="0"/>
                <a:cs typeface="Courier New" panose="02070309020205020404" pitchFamily="49" charset="0"/>
              </a:rPr>
              <a:t>0</a:t>
            </a:r>
            <a:br>
              <a:rPr kumimoji="0" lang="en-US" altLang="en-US" sz="2200" b="0" i="0" u="none" strike="noStrike" cap="none" normalizeH="0" baseline="0">
                <a:ln>
                  <a:noFill/>
                </a:ln>
                <a:solidFill>
                  <a:srgbClr val="0000FF"/>
                </a:solidFill>
                <a:effectLst/>
                <a:latin typeface="Courier New" panose="02070309020205020404" pitchFamily="49" charset="0"/>
                <a:cs typeface="Courier New" panose="02070309020205020404" pitchFamily="49" charset="0"/>
              </a:rPr>
            </a:br>
            <a:r>
              <a:rPr kumimoji="0" lang="en-US" altLang="en-US" sz="2200" b="0" i="0" u="none" strike="noStrike" cap="none" normalizeH="0" baseline="0">
                <a:ln>
                  <a:noFill/>
                </a:ln>
                <a:solidFill>
                  <a:srgbClr val="0000FF"/>
                </a:solidFill>
                <a:effectLst/>
                <a:latin typeface="Courier New" panose="02070309020205020404" pitchFamily="49" charset="0"/>
                <a:cs typeface="Courier New" panose="02070309020205020404" pitchFamily="49" charset="0"/>
              </a:rPr>
              <a:t>    </a:t>
            </a:r>
            <a:r>
              <a:rPr kumimoji="0" lang="en-US" altLang="en-US" sz="2200" b="1" i="0" u="none" strike="noStrike" cap="none" normalizeH="0" baseline="0">
                <a:ln>
                  <a:noFill/>
                </a:ln>
                <a:solidFill>
                  <a:srgbClr val="000080"/>
                </a:solidFill>
                <a:effectLst/>
                <a:latin typeface="Courier New" panose="02070309020205020404" pitchFamily="49" charset="0"/>
                <a:cs typeface="Courier New" panose="02070309020205020404" pitchFamily="49" charset="0"/>
              </a:rPr>
              <a:t>while </a:t>
            </a:r>
            <a:r>
              <a:rPr kumimoji="0" lang="en-US" altLang="en-US" sz="22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val &gt; </a:t>
            </a:r>
            <a:r>
              <a:rPr kumimoji="0" lang="en-US" altLang="en-US" sz="2200" b="0" i="0" u="none" strike="noStrike" cap="none" normalizeH="0" baseline="0">
                <a:ln>
                  <a:noFill/>
                </a:ln>
                <a:solidFill>
                  <a:srgbClr val="0000FF"/>
                </a:solidFill>
                <a:effectLst/>
                <a:latin typeface="Courier New" panose="02070309020205020404" pitchFamily="49" charset="0"/>
                <a:cs typeface="Courier New" panose="02070309020205020404" pitchFamily="49" charset="0"/>
              </a:rPr>
              <a:t>0</a:t>
            </a:r>
            <a:r>
              <a:rPr kumimoji="0" lang="en-US" altLang="en-US" sz="22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a:t>
            </a:r>
            <a:br>
              <a:rPr kumimoji="0" lang="en-US" altLang="en-US" sz="22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br>
            <a:r>
              <a:rPr kumimoji="0" lang="en-US" altLang="en-US" sz="22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        s += </a:t>
            </a:r>
            <a:r>
              <a:rPr kumimoji="0" lang="en-US" altLang="en-US" sz="2200" b="0" i="0" u="none" strike="noStrike" cap="none" normalizeH="0" baseline="0">
                <a:ln>
                  <a:noFill/>
                </a:ln>
                <a:solidFill>
                  <a:srgbClr val="0000FF"/>
                </a:solidFill>
                <a:effectLst/>
                <a:latin typeface="Courier New" panose="02070309020205020404" pitchFamily="49" charset="0"/>
                <a:cs typeface="Courier New" panose="02070309020205020404" pitchFamily="49" charset="0"/>
              </a:rPr>
              <a:t>1</a:t>
            </a:r>
            <a:br>
              <a:rPr kumimoji="0" lang="en-US" altLang="en-US" sz="2200" b="0" i="0" u="none" strike="noStrike" cap="none" normalizeH="0" baseline="0">
                <a:ln>
                  <a:noFill/>
                </a:ln>
                <a:solidFill>
                  <a:srgbClr val="0000FF"/>
                </a:solidFill>
                <a:effectLst/>
                <a:latin typeface="Courier New" panose="02070309020205020404" pitchFamily="49" charset="0"/>
                <a:cs typeface="Courier New" panose="02070309020205020404" pitchFamily="49" charset="0"/>
              </a:rPr>
            </a:br>
            <a:r>
              <a:rPr kumimoji="0" lang="en-US" altLang="en-US" sz="2200" b="0" i="0" u="none" strike="noStrike" cap="none" normalizeH="0" baseline="0">
                <a:ln>
                  <a:noFill/>
                </a:ln>
                <a:solidFill>
                  <a:srgbClr val="0000FF"/>
                </a:solidFill>
                <a:effectLst/>
                <a:latin typeface="Courier New" panose="02070309020205020404" pitchFamily="49" charset="0"/>
                <a:cs typeface="Courier New" panose="02070309020205020404" pitchFamily="49" charset="0"/>
              </a:rPr>
              <a:t>        </a:t>
            </a:r>
            <a:r>
              <a:rPr kumimoji="0" lang="en-US" altLang="en-US" sz="22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val -= </a:t>
            </a:r>
            <a:r>
              <a:rPr kumimoji="0" lang="en-US" altLang="en-US" sz="2200" b="0" i="0" u="none" strike="noStrike" cap="none" normalizeH="0" baseline="0">
                <a:ln>
                  <a:noFill/>
                </a:ln>
                <a:solidFill>
                  <a:srgbClr val="0000FF"/>
                </a:solidFill>
                <a:effectLst/>
                <a:latin typeface="Courier New" panose="02070309020205020404" pitchFamily="49" charset="0"/>
                <a:cs typeface="Courier New" panose="02070309020205020404" pitchFamily="49" charset="0"/>
              </a:rPr>
              <a:t>1</a:t>
            </a:r>
            <a:br>
              <a:rPr kumimoji="0" lang="en-US" altLang="en-US" sz="2200" b="0" i="0" u="none" strike="noStrike" cap="none" normalizeH="0" baseline="0">
                <a:ln>
                  <a:noFill/>
                </a:ln>
                <a:solidFill>
                  <a:srgbClr val="0000FF"/>
                </a:solidFill>
                <a:effectLst/>
                <a:latin typeface="Courier New" panose="02070309020205020404" pitchFamily="49" charset="0"/>
                <a:cs typeface="Courier New" panose="02070309020205020404" pitchFamily="49" charset="0"/>
              </a:rPr>
            </a:br>
            <a:r>
              <a:rPr kumimoji="0" lang="en-US" altLang="en-US" sz="2200" b="0" i="0" u="none" strike="noStrike" cap="none" normalizeH="0" baseline="0">
                <a:ln>
                  <a:noFill/>
                </a:ln>
                <a:solidFill>
                  <a:srgbClr val="0000FF"/>
                </a:solidFill>
                <a:effectLst/>
                <a:latin typeface="Courier New" panose="02070309020205020404" pitchFamily="49" charset="0"/>
                <a:cs typeface="Courier New" panose="02070309020205020404" pitchFamily="49" charset="0"/>
              </a:rPr>
              <a:t>    </a:t>
            </a:r>
            <a:r>
              <a:rPr kumimoji="0" lang="en-US" altLang="en-US" sz="2200" b="1" i="0" u="none" strike="noStrike" cap="none" normalizeH="0" baseline="0">
                <a:ln>
                  <a:noFill/>
                </a:ln>
                <a:solidFill>
                  <a:srgbClr val="000080"/>
                </a:solidFill>
                <a:effectLst/>
                <a:latin typeface="Courier New" panose="02070309020205020404" pitchFamily="49" charset="0"/>
                <a:cs typeface="Courier New" panose="02070309020205020404" pitchFamily="49" charset="0"/>
              </a:rPr>
              <a:t>return </a:t>
            </a:r>
            <a:r>
              <a:rPr kumimoji="0" lang="en-US" altLang="en-US" sz="22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s</a:t>
            </a:r>
            <a:endParaRPr kumimoji="0" lang="en-US" altLang="en-US" sz="2200" b="0" i="0" u="none" strike="noStrike" cap="none" normalizeH="0" baseline="0">
              <a:ln>
                <a:noFill/>
              </a:ln>
              <a:solidFill>
                <a:schemeClr val="tx1"/>
              </a:solidFill>
              <a:effectLst/>
              <a:latin typeface="Arial" panose="020B0604020202020204" pitchFamily="34" charset="0"/>
            </a:endParaRPr>
          </a:p>
        </p:txBody>
      </p:sp>
      <p:sp>
        <p:nvSpPr>
          <p:cNvPr id="11" name="Rectangle 10">
            <a:extLst>
              <a:ext uri="{FF2B5EF4-FFF2-40B4-BE49-F238E27FC236}">
                <a16:creationId xmlns:a16="http://schemas.microsoft.com/office/drawing/2014/main" id="{A267A2C4-0037-4722-B341-731DD2D35984}"/>
              </a:ext>
            </a:extLst>
          </p:cNvPr>
          <p:cNvSpPr>
            <a:spLocks noChangeArrowheads="1"/>
          </p:cNvSpPr>
          <p:nvPr/>
        </p:nvSpPr>
        <p:spPr bwMode="auto">
          <a:xfrm>
            <a:off x="3752628" y="1457742"/>
            <a:ext cx="5277071" cy="2123658"/>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22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br>
            <a:r>
              <a:rPr kumimoji="0" lang="en-US" altLang="en-US" sz="2200" b="1" i="0" u="none" strike="noStrike" cap="none" normalizeH="0" baseline="0">
                <a:ln>
                  <a:noFill/>
                </a:ln>
                <a:solidFill>
                  <a:srgbClr val="000080"/>
                </a:solidFill>
                <a:effectLst/>
                <a:latin typeface="Courier New" panose="02070309020205020404" pitchFamily="49" charset="0"/>
                <a:cs typeface="Courier New" panose="02070309020205020404" pitchFamily="49" charset="0"/>
              </a:rPr>
              <a:t>def </a:t>
            </a:r>
            <a:r>
              <a:rPr kumimoji="0" lang="en-US" altLang="en-US" sz="22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sum3():</a:t>
            </a:r>
            <a:br>
              <a:rPr kumimoji="0" lang="en-US" altLang="en-US" sz="22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br>
            <a:r>
              <a:rPr kumimoji="0" lang="en-US" altLang="en-US" sz="22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    s = </a:t>
            </a:r>
            <a:r>
              <a:rPr kumimoji="0" lang="en-US" altLang="en-US" sz="2200" b="0" i="0" u="none" strike="noStrike" cap="none" normalizeH="0" baseline="0">
                <a:ln>
                  <a:noFill/>
                </a:ln>
                <a:solidFill>
                  <a:srgbClr val="0000FF"/>
                </a:solidFill>
                <a:effectLst/>
                <a:latin typeface="Courier New" panose="02070309020205020404" pitchFamily="49" charset="0"/>
                <a:cs typeface="Courier New" panose="02070309020205020404" pitchFamily="49" charset="0"/>
              </a:rPr>
              <a:t>0</a:t>
            </a:r>
            <a:br>
              <a:rPr kumimoji="0" lang="en-US" altLang="en-US" sz="2200" b="0" i="0" u="none" strike="noStrike" cap="none" normalizeH="0" baseline="0">
                <a:ln>
                  <a:noFill/>
                </a:ln>
                <a:solidFill>
                  <a:srgbClr val="0000FF"/>
                </a:solidFill>
                <a:effectLst/>
                <a:latin typeface="Courier New" panose="02070309020205020404" pitchFamily="49" charset="0"/>
                <a:cs typeface="Courier New" panose="02070309020205020404" pitchFamily="49" charset="0"/>
              </a:rPr>
            </a:br>
            <a:r>
              <a:rPr kumimoji="0" lang="en-US" altLang="en-US" sz="2200" b="0" i="0" u="none" strike="noStrike" cap="none" normalizeH="0" baseline="0">
                <a:ln>
                  <a:noFill/>
                </a:ln>
                <a:solidFill>
                  <a:srgbClr val="0000FF"/>
                </a:solidFill>
                <a:effectLst/>
                <a:latin typeface="Courier New" panose="02070309020205020404" pitchFamily="49" charset="0"/>
                <a:cs typeface="Courier New" panose="02070309020205020404" pitchFamily="49" charset="0"/>
              </a:rPr>
              <a:t>    </a:t>
            </a:r>
            <a:r>
              <a:rPr kumimoji="0" lang="en-US" altLang="en-US" sz="2200" b="1" i="0" u="none" strike="noStrike" cap="none" normalizeH="0" baseline="0">
                <a:ln>
                  <a:noFill/>
                </a:ln>
                <a:solidFill>
                  <a:srgbClr val="000080"/>
                </a:solidFill>
                <a:effectLst/>
                <a:latin typeface="Courier New" panose="02070309020205020404" pitchFamily="49" charset="0"/>
                <a:cs typeface="Courier New" panose="02070309020205020404" pitchFamily="49" charset="0"/>
              </a:rPr>
              <a:t>for </a:t>
            </a:r>
            <a:r>
              <a:rPr kumimoji="0" lang="en-US" altLang="en-US" sz="22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i </a:t>
            </a:r>
            <a:r>
              <a:rPr kumimoji="0" lang="en-US" altLang="en-US" sz="2200" b="1" i="0" u="none" strike="noStrike" cap="none" normalizeH="0" baseline="0">
                <a:ln>
                  <a:noFill/>
                </a:ln>
                <a:solidFill>
                  <a:srgbClr val="000080"/>
                </a:solidFill>
                <a:effectLst/>
                <a:latin typeface="Courier New" panose="02070309020205020404" pitchFamily="49" charset="0"/>
                <a:cs typeface="Courier New" panose="02070309020205020404" pitchFamily="49" charset="0"/>
              </a:rPr>
              <a:t>in </a:t>
            </a:r>
            <a:r>
              <a:rPr kumimoji="0" lang="en-US" altLang="en-US" sz="2200" b="0" i="0" u="none" strike="noStrike" cap="none" normalizeH="0" baseline="0">
                <a:ln>
                  <a:noFill/>
                </a:ln>
                <a:solidFill>
                  <a:srgbClr val="000080"/>
                </a:solidFill>
                <a:effectLst/>
                <a:latin typeface="Courier New" panose="02070309020205020404" pitchFamily="49" charset="0"/>
                <a:cs typeface="Courier New" panose="02070309020205020404" pitchFamily="49" charset="0"/>
              </a:rPr>
              <a:t>range</a:t>
            </a:r>
            <a:r>
              <a:rPr kumimoji="0" lang="en-US" altLang="en-US" sz="22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(val,</a:t>
            </a:r>
            <a:r>
              <a:rPr kumimoji="0" lang="en-US" altLang="en-US" sz="2200" b="0" i="0" u="none" strike="noStrike" cap="none" normalizeH="0" baseline="0">
                <a:ln>
                  <a:noFill/>
                </a:ln>
                <a:solidFill>
                  <a:srgbClr val="0000FF"/>
                </a:solidFill>
                <a:effectLst/>
                <a:latin typeface="Courier New" panose="02070309020205020404" pitchFamily="49" charset="0"/>
                <a:cs typeface="Courier New" panose="02070309020205020404" pitchFamily="49" charset="0"/>
              </a:rPr>
              <a:t>0</a:t>
            </a:r>
            <a:r>
              <a:rPr kumimoji="0" lang="en-US" altLang="en-US" sz="22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a:t>
            </a:r>
            <a:r>
              <a:rPr kumimoji="0" lang="en-US" altLang="en-US" sz="2200" b="0" i="0" u="none" strike="noStrike" cap="none" normalizeH="0" baseline="0">
                <a:ln>
                  <a:noFill/>
                </a:ln>
                <a:solidFill>
                  <a:srgbClr val="0000FF"/>
                </a:solidFill>
                <a:effectLst/>
                <a:latin typeface="Courier New" panose="02070309020205020404" pitchFamily="49" charset="0"/>
                <a:cs typeface="Courier New" panose="02070309020205020404" pitchFamily="49" charset="0"/>
              </a:rPr>
              <a:t>1</a:t>
            </a:r>
            <a:r>
              <a:rPr kumimoji="0" lang="en-US" altLang="en-US" sz="22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a:t>
            </a:r>
            <a:br>
              <a:rPr kumimoji="0" lang="en-US" altLang="en-US" sz="22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br>
            <a:r>
              <a:rPr kumimoji="0" lang="en-US" altLang="en-US" sz="22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     s += </a:t>
            </a:r>
            <a:r>
              <a:rPr kumimoji="0" lang="en-US" altLang="en-US" sz="2200" b="0" i="0" u="none" strike="noStrike" cap="none" normalizeH="0" baseline="0">
                <a:ln>
                  <a:noFill/>
                </a:ln>
                <a:solidFill>
                  <a:srgbClr val="0000FF"/>
                </a:solidFill>
                <a:effectLst/>
                <a:latin typeface="Courier New" panose="02070309020205020404" pitchFamily="49" charset="0"/>
                <a:cs typeface="Courier New" panose="02070309020205020404" pitchFamily="49" charset="0"/>
              </a:rPr>
              <a:t>1</a:t>
            </a:r>
            <a:br>
              <a:rPr kumimoji="0" lang="en-US" altLang="en-US" sz="2200" b="0" i="0" u="none" strike="noStrike" cap="none" normalizeH="0" baseline="0">
                <a:ln>
                  <a:noFill/>
                </a:ln>
                <a:solidFill>
                  <a:srgbClr val="0000FF"/>
                </a:solidFill>
                <a:effectLst/>
                <a:latin typeface="Courier New" panose="02070309020205020404" pitchFamily="49" charset="0"/>
                <a:cs typeface="Courier New" panose="02070309020205020404" pitchFamily="49" charset="0"/>
              </a:rPr>
            </a:br>
            <a:r>
              <a:rPr kumimoji="0" lang="en-US" altLang="en-US" sz="2200" b="0" i="0" u="none" strike="noStrike" cap="none" normalizeH="0" baseline="0">
                <a:ln>
                  <a:noFill/>
                </a:ln>
                <a:solidFill>
                  <a:srgbClr val="0000FF"/>
                </a:solidFill>
                <a:effectLst/>
                <a:latin typeface="Courier New" panose="02070309020205020404" pitchFamily="49" charset="0"/>
                <a:cs typeface="Courier New" panose="02070309020205020404" pitchFamily="49" charset="0"/>
              </a:rPr>
              <a:t>    </a:t>
            </a:r>
            <a:r>
              <a:rPr kumimoji="0" lang="en-US" altLang="en-US" sz="2200" b="1" i="0" u="none" strike="noStrike" cap="none" normalizeH="0" baseline="0">
                <a:ln>
                  <a:noFill/>
                </a:ln>
                <a:solidFill>
                  <a:srgbClr val="000080"/>
                </a:solidFill>
                <a:effectLst/>
                <a:latin typeface="Courier New" panose="02070309020205020404" pitchFamily="49" charset="0"/>
                <a:cs typeface="Courier New" panose="02070309020205020404" pitchFamily="49" charset="0"/>
              </a:rPr>
              <a:t>return </a:t>
            </a:r>
            <a:r>
              <a:rPr kumimoji="0" lang="en-US" altLang="en-US" sz="22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s</a:t>
            </a:r>
            <a:endParaRPr kumimoji="0" lang="en-US" altLang="en-US" sz="22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44100889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AD2704CE-C6D1-41A0-8FEA-203853D2A9FD}"/>
              </a:ext>
            </a:extLst>
          </p:cNvPr>
          <p:cNvSpPr>
            <a:spLocks noGrp="1"/>
          </p:cNvSpPr>
          <p:nvPr>
            <p:ph type="title"/>
          </p:nvPr>
        </p:nvSpPr>
        <p:spPr>
          <a:xfrm>
            <a:off x="152401" y="0"/>
            <a:ext cx="9028112" cy="914400"/>
          </a:xfrm>
        </p:spPr>
        <p:txBody>
          <a:bodyPr/>
          <a:lstStyle/>
          <a:p>
            <a:pPr algn="l">
              <a:lnSpc>
                <a:spcPct val="150000"/>
              </a:lnSpc>
              <a:spcBef>
                <a:spcPts val="1000"/>
              </a:spcBef>
              <a:buClr>
                <a:srgbClr val="215D9F"/>
              </a:buClr>
            </a:pPr>
            <a:r>
              <a:rPr lang="en-US" sz="3200">
                <a:solidFill>
                  <a:srgbClr val="0070C0"/>
                </a:solidFill>
              </a:rPr>
              <a:t>4. Bài tập</a:t>
            </a:r>
          </a:p>
        </p:txBody>
      </p:sp>
      <p:sp>
        <p:nvSpPr>
          <p:cNvPr id="6147" name="Content Placeholder 2">
            <a:extLst>
              <a:ext uri="{FF2B5EF4-FFF2-40B4-BE49-F238E27FC236}">
                <a16:creationId xmlns:a16="http://schemas.microsoft.com/office/drawing/2014/main" id="{B389CA34-20DF-451F-B09F-9A7C082A79F9}"/>
              </a:ext>
            </a:extLst>
          </p:cNvPr>
          <p:cNvSpPr>
            <a:spLocks noGrp="1"/>
          </p:cNvSpPr>
          <p:nvPr>
            <p:ph idx="1"/>
          </p:nvPr>
        </p:nvSpPr>
        <p:spPr>
          <a:xfrm>
            <a:off x="304799" y="1143000"/>
            <a:ext cx="8686799" cy="5610224"/>
          </a:xfrm>
        </p:spPr>
        <p:txBody>
          <a:bodyPr/>
          <a:lstStyle/>
          <a:p>
            <a:pPr marL="0" indent="0">
              <a:lnSpc>
                <a:spcPct val="150000"/>
              </a:lnSpc>
              <a:spcBef>
                <a:spcPts val="0"/>
              </a:spcBef>
              <a:buNone/>
            </a:pPr>
            <a:endParaRPr lang="en-US" sz="2800"/>
          </a:p>
          <a:p>
            <a:pPr marL="0" lvl="0" indent="0">
              <a:lnSpc>
                <a:spcPct val="150000"/>
              </a:lnSpc>
              <a:spcBef>
                <a:spcPts val="0"/>
              </a:spcBef>
              <a:buNone/>
            </a:pPr>
            <a:endParaRPr lang="en-US" sz="2800">
              <a:solidFill>
                <a:srgbClr val="002060"/>
              </a:solidFill>
              <a:latin typeface="Cambria" panose="02040503050406030204" pitchFamily="18" charset="0"/>
            </a:endParaRPr>
          </a:p>
          <a:p>
            <a:pPr marL="0" lvl="0" indent="0">
              <a:lnSpc>
                <a:spcPct val="150000"/>
              </a:lnSpc>
              <a:spcBef>
                <a:spcPts val="0"/>
              </a:spcBef>
              <a:buNone/>
            </a:pPr>
            <a:endParaRPr lang="en-US" sz="2800">
              <a:solidFill>
                <a:srgbClr val="002060"/>
              </a:solidFill>
              <a:latin typeface="Cambria" panose="02040503050406030204" pitchFamily="18" charset="0"/>
            </a:endParaRPr>
          </a:p>
          <a:p>
            <a:pPr marL="0" lvl="0" indent="0">
              <a:lnSpc>
                <a:spcPct val="150000"/>
              </a:lnSpc>
              <a:spcBef>
                <a:spcPts val="0"/>
              </a:spcBef>
              <a:buNone/>
            </a:pPr>
            <a:endParaRPr lang="en-US" sz="2800">
              <a:solidFill>
                <a:srgbClr val="002060"/>
              </a:solidFill>
              <a:latin typeface="Cambria" panose="02040503050406030204" pitchFamily="18" charset="0"/>
            </a:endParaRPr>
          </a:p>
          <a:p>
            <a:pPr marL="0" lvl="0" indent="0">
              <a:lnSpc>
                <a:spcPct val="150000"/>
              </a:lnSpc>
              <a:spcBef>
                <a:spcPts val="0"/>
              </a:spcBef>
              <a:buNone/>
            </a:pPr>
            <a:endParaRPr lang="en-US" sz="2800">
              <a:solidFill>
                <a:srgbClr val="002060"/>
              </a:solidFill>
              <a:latin typeface="Cambria" panose="02040503050406030204" pitchFamily="18" charset="0"/>
            </a:endParaRPr>
          </a:p>
        </p:txBody>
      </p:sp>
      <p:sp>
        <p:nvSpPr>
          <p:cNvPr id="6148" name="Slide Number Placeholder 3">
            <a:extLst>
              <a:ext uri="{FF2B5EF4-FFF2-40B4-BE49-F238E27FC236}">
                <a16:creationId xmlns:a16="http://schemas.microsoft.com/office/drawing/2014/main" id="{6387F6B7-3E78-4DC2-ACF4-7A9010C88B16}"/>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E46C0A"/>
              </a:buClr>
              <a:buFont typeface="Wingdings" panose="05000000000000000000" pitchFamily="2" charset="2"/>
              <a:buChar char="v"/>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742950" indent="-285750">
              <a:spcBef>
                <a:spcPct val="20000"/>
              </a:spcBef>
              <a:buClr>
                <a:srgbClr val="E46C0A"/>
              </a:buClr>
              <a:buFont typeface="Wingdings" panose="05000000000000000000" pitchFamily="2" charset="2"/>
              <a:buChar char="q"/>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marL="1143000" indent="-228600">
              <a:spcBef>
                <a:spcPct val="20000"/>
              </a:spcBef>
              <a:buClr>
                <a:srgbClr val="E46C0A"/>
              </a:buClr>
              <a:buFont typeface="Wingdings" panose="05000000000000000000" pitchFamily="2" charset="2"/>
              <a:buChar char="Ø"/>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3pPr>
            <a:lvl4pPr marL="1600200" indent="-228600">
              <a:spcBef>
                <a:spcPct val="20000"/>
              </a:spcBef>
              <a:buClr>
                <a:srgbClr val="E46C0A"/>
              </a:buClr>
              <a:buFont typeface="Courier New" panose="02070309020205020404" pitchFamily="49" charset="0"/>
              <a:buChar char="o"/>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4pPr>
            <a:lvl5pPr marL="2057400" indent="-228600">
              <a:spcBef>
                <a:spcPct val="20000"/>
              </a:spcBef>
              <a:buFont typeface="Arial" panose="020B0604020202020204" pitchFamily="34" charset="0"/>
              <a:buChar char="»"/>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9pPr>
          </a:lstStyle>
          <a:p>
            <a:pPr>
              <a:spcBef>
                <a:spcPct val="0"/>
              </a:spcBef>
              <a:buClrTx/>
              <a:buFontTx/>
              <a:buNone/>
            </a:pPr>
            <a:fld id="{E4B56E55-BAAA-4880-94A1-7A8094250C64}" type="slidenum">
              <a:rPr lang="en-US" altLang="en-US" sz="1400" smtClean="0">
                <a:solidFill>
                  <a:srgbClr val="002060"/>
                </a:solidFill>
                <a:latin typeface="Arial" panose="020B0604020202020204" pitchFamily="34" charset="0"/>
                <a:cs typeface="Arial" panose="020B0604020202020204" pitchFamily="34" charset="0"/>
              </a:rPr>
              <a:pPr>
                <a:spcBef>
                  <a:spcPct val="0"/>
                </a:spcBef>
                <a:buClrTx/>
                <a:buFontTx/>
                <a:buNone/>
              </a:pPr>
              <a:t>40</a:t>
            </a:fld>
            <a:endParaRPr lang="en-US" altLang="en-US" sz="1400">
              <a:solidFill>
                <a:srgbClr val="002060"/>
              </a:solidFill>
              <a:latin typeface="Arial" panose="020B0604020202020204" pitchFamily="34" charset="0"/>
              <a:cs typeface="Arial" panose="020B0604020202020204" pitchFamily="34" charset="0"/>
            </a:endParaRPr>
          </a:p>
        </p:txBody>
      </p:sp>
      <p:sp>
        <p:nvSpPr>
          <p:cNvPr id="10" name="Content Placeholder 2">
            <a:extLst>
              <a:ext uri="{FF2B5EF4-FFF2-40B4-BE49-F238E27FC236}">
                <a16:creationId xmlns:a16="http://schemas.microsoft.com/office/drawing/2014/main" id="{CB521C8C-01D1-4D03-B141-C7D7C77B18B3}"/>
              </a:ext>
            </a:extLst>
          </p:cNvPr>
          <p:cNvSpPr txBox="1">
            <a:spLocks/>
          </p:cNvSpPr>
          <p:nvPr/>
        </p:nvSpPr>
        <p:spPr>
          <a:xfrm>
            <a:off x="342900" y="914400"/>
            <a:ext cx="8572500" cy="5334000"/>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2400">
                <a:latin typeface="Cambria" panose="02040503050406030204" pitchFamily="18" charset="0"/>
                <a:cs typeface="Times New Roman" pitchFamily="18" charset="0"/>
              </a:rPr>
              <a:t>Hãy cho biết kết quả sau khi gọi các lệnh trên:</a:t>
            </a:r>
          </a:p>
        </p:txBody>
      </p:sp>
      <p:sp>
        <p:nvSpPr>
          <p:cNvPr id="9" name="Rectangle 8">
            <a:extLst>
              <a:ext uri="{FF2B5EF4-FFF2-40B4-BE49-F238E27FC236}">
                <a16:creationId xmlns:a16="http://schemas.microsoft.com/office/drawing/2014/main" id="{1B6087BB-00CB-4639-AA9D-CA5F8B6305F4}"/>
              </a:ext>
            </a:extLst>
          </p:cNvPr>
          <p:cNvSpPr>
            <a:spLocks noChangeArrowheads="1"/>
          </p:cNvSpPr>
          <p:nvPr/>
        </p:nvSpPr>
        <p:spPr bwMode="auto">
          <a:xfrm>
            <a:off x="152400" y="2176504"/>
            <a:ext cx="2954655" cy="2554545"/>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eaLnBrk="0" fontAlgn="base" hangingPunct="0">
              <a:spcBef>
                <a:spcPct val="0"/>
              </a:spcBef>
              <a:spcAft>
                <a:spcPct val="0"/>
              </a:spcAft>
            </a:pPr>
            <a:r>
              <a:rPr lang="en-US" sz="2000" b="1">
                <a:latin typeface="Cambria" panose="02040503050406030204" pitchFamily="18" charset="0"/>
                <a:cs typeface="Times New Roman" pitchFamily="18" charset="0"/>
              </a:rPr>
              <a:t>Câu a)</a:t>
            </a:r>
            <a:endParaRPr kumimoji="0" lang="en-US" altLang="en-US" sz="2000" b="1" i="0" u="none" strike="noStrike" cap="none" normalizeH="0" baseline="0">
              <a:ln>
                <a:noFill/>
              </a:ln>
              <a:solidFill>
                <a:srgbClr val="000080"/>
              </a:solidFill>
              <a:effectLst/>
              <a:latin typeface="Courier New" panose="02070309020205020404" pitchFamily="49" charset="0"/>
              <a:cs typeface="Courier New" panose="020703090202050204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a:ln>
                  <a:noFill/>
                </a:ln>
                <a:solidFill>
                  <a:srgbClr val="000080"/>
                </a:solidFill>
                <a:effectLst/>
                <a:latin typeface="Courier New" panose="02070309020205020404" pitchFamily="49" charset="0"/>
                <a:cs typeface="Courier New" panose="02070309020205020404" pitchFamily="49" charset="0"/>
              </a:rPr>
              <a:t>def </a:t>
            </a:r>
            <a:r>
              <a:rPr kumimoji="0" lang="en-US" altLang="en-US" sz="20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main():</a:t>
            </a:r>
            <a:br>
              <a:rPr kumimoji="0" lang="en-US" altLang="en-US" sz="20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br>
            <a:r>
              <a:rPr kumimoji="0" lang="en-US" altLang="en-US" sz="20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    </a:t>
            </a:r>
            <a:r>
              <a:rPr kumimoji="0" lang="en-US" altLang="en-US" sz="2000" b="1" i="0" u="none" strike="noStrike" cap="none" normalizeH="0" baseline="0">
                <a:ln>
                  <a:noFill/>
                </a:ln>
                <a:solidFill>
                  <a:srgbClr val="000080"/>
                </a:solidFill>
                <a:effectLst/>
                <a:latin typeface="Courier New" panose="02070309020205020404" pitchFamily="49" charset="0"/>
                <a:cs typeface="Courier New" panose="02070309020205020404" pitchFamily="49" charset="0"/>
              </a:rPr>
              <a:t>global </a:t>
            </a:r>
            <a:r>
              <a:rPr kumimoji="0" lang="en-US" altLang="en-US" sz="20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val</a:t>
            </a:r>
            <a:br>
              <a:rPr kumimoji="0" lang="en-US" altLang="en-US" sz="20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br>
            <a:r>
              <a:rPr kumimoji="0" lang="en-US" altLang="en-US" sz="20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    val = </a:t>
            </a:r>
            <a:r>
              <a:rPr kumimoji="0" lang="en-US" altLang="en-US" sz="2000" b="0" i="0" u="none" strike="noStrike" cap="none" normalizeH="0" baseline="0">
                <a:ln>
                  <a:noFill/>
                </a:ln>
                <a:solidFill>
                  <a:srgbClr val="0000FF"/>
                </a:solidFill>
                <a:effectLst/>
                <a:latin typeface="Courier New" panose="02070309020205020404" pitchFamily="49" charset="0"/>
                <a:cs typeface="Courier New" panose="02070309020205020404" pitchFamily="49" charset="0"/>
              </a:rPr>
              <a:t>5</a:t>
            </a:r>
            <a:br>
              <a:rPr kumimoji="0" lang="en-US" altLang="en-US" sz="2000" b="0" i="0" u="none" strike="noStrike" cap="none" normalizeH="0" baseline="0">
                <a:ln>
                  <a:noFill/>
                </a:ln>
                <a:solidFill>
                  <a:srgbClr val="0000FF"/>
                </a:solidFill>
                <a:effectLst/>
                <a:latin typeface="Courier New" panose="02070309020205020404" pitchFamily="49" charset="0"/>
                <a:cs typeface="Courier New" panose="02070309020205020404" pitchFamily="49" charset="0"/>
              </a:rPr>
            </a:br>
            <a:r>
              <a:rPr kumimoji="0" lang="en-US" altLang="en-US" sz="2000" b="0" i="0" u="none" strike="noStrike" cap="none" normalizeH="0" baseline="0">
                <a:ln>
                  <a:noFill/>
                </a:ln>
                <a:solidFill>
                  <a:srgbClr val="0000FF"/>
                </a:solidFill>
                <a:effectLst/>
                <a:latin typeface="Courier New" panose="02070309020205020404" pitchFamily="49" charset="0"/>
                <a:cs typeface="Courier New" panose="02070309020205020404" pitchFamily="49" charset="0"/>
              </a:rPr>
              <a:t>    </a:t>
            </a:r>
            <a:r>
              <a:rPr kumimoji="0" lang="en-US" altLang="en-US" sz="2000" b="0" i="0" u="none" strike="noStrike" cap="none" normalizeH="0" baseline="0">
                <a:ln>
                  <a:noFill/>
                </a:ln>
                <a:solidFill>
                  <a:srgbClr val="000080"/>
                </a:solidFill>
                <a:effectLst/>
                <a:latin typeface="Courier New" panose="02070309020205020404" pitchFamily="49" charset="0"/>
                <a:cs typeface="Courier New" panose="02070309020205020404" pitchFamily="49" charset="0"/>
              </a:rPr>
              <a:t>print</a:t>
            </a:r>
            <a:r>
              <a:rPr kumimoji="0" lang="en-US" altLang="en-US" sz="20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(sum1(</a:t>
            </a:r>
            <a:r>
              <a:rPr kumimoji="0" lang="en-US" altLang="en-US" sz="2000" b="0" i="0" u="none" strike="noStrike" cap="none" normalizeH="0" baseline="0">
                <a:ln>
                  <a:noFill/>
                </a:ln>
                <a:solidFill>
                  <a:srgbClr val="0000FF"/>
                </a:solidFill>
                <a:effectLst/>
                <a:latin typeface="Courier New" panose="02070309020205020404" pitchFamily="49" charset="0"/>
                <a:cs typeface="Courier New" panose="02070309020205020404" pitchFamily="49" charset="0"/>
              </a:rPr>
              <a:t>5</a:t>
            </a:r>
            <a:r>
              <a:rPr kumimoji="0" lang="en-US" altLang="en-US" sz="20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a:t>
            </a:r>
            <a:br>
              <a:rPr kumimoji="0" lang="en-US" altLang="en-US" sz="20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br>
            <a:r>
              <a:rPr kumimoji="0" lang="en-US" altLang="en-US" sz="20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    </a:t>
            </a:r>
            <a:r>
              <a:rPr kumimoji="0" lang="en-US" altLang="en-US" sz="2000" b="0" i="0" u="none" strike="noStrike" cap="none" normalizeH="0" baseline="0">
                <a:ln>
                  <a:noFill/>
                </a:ln>
                <a:solidFill>
                  <a:srgbClr val="000080"/>
                </a:solidFill>
                <a:effectLst/>
                <a:latin typeface="Courier New" panose="02070309020205020404" pitchFamily="49" charset="0"/>
                <a:cs typeface="Courier New" panose="02070309020205020404" pitchFamily="49" charset="0"/>
              </a:rPr>
              <a:t>print</a:t>
            </a:r>
            <a:r>
              <a:rPr kumimoji="0" lang="en-US" altLang="en-US" sz="20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(sum2())</a:t>
            </a:r>
            <a:br>
              <a:rPr kumimoji="0" lang="en-US" altLang="en-US" sz="20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br>
            <a:r>
              <a:rPr kumimoji="0" lang="en-US" altLang="en-US" sz="20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    </a:t>
            </a:r>
            <a:r>
              <a:rPr kumimoji="0" lang="en-US" altLang="en-US" sz="2000" b="0" i="0" u="none" strike="noStrike" cap="none" normalizeH="0" baseline="0">
                <a:ln>
                  <a:noFill/>
                </a:ln>
                <a:solidFill>
                  <a:srgbClr val="000080"/>
                </a:solidFill>
                <a:effectLst/>
                <a:latin typeface="Courier New" panose="02070309020205020404" pitchFamily="49" charset="0"/>
                <a:cs typeface="Courier New" panose="02070309020205020404" pitchFamily="49" charset="0"/>
              </a:rPr>
              <a:t>print</a:t>
            </a:r>
            <a:r>
              <a:rPr kumimoji="0" lang="en-US" altLang="en-US" sz="20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(sum3())</a:t>
            </a:r>
            <a:br>
              <a:rPr kumimoji="0" lang="en-US" altLang="en-US" sz="20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br>
            <a:r>
              <a:rPr kumimoji="0" lang="en-US" altLang="en-US" sz="20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main()</a:t>
            </a:r>
            <a:endParaRPr kumimoji="0" lang="en-US" altLang="en-US" sz="2000" b="0" i="0" u="none" strike="noStrike" cap="none" normalizeH="0" baseline="0">
              <a:ln>
                <a:noFill/>
              </a:ln>
              <a:solidFill>
                <a:schemeClr val="tx1"/>
              </a:solidFill>
              <a:effectLst/>
              <a:latin typeface="Arial" panose="020B0604020202020204" pitchFamily="34" charset="0"/>
            </a:endParaRPr>
          </a:p>
        </p:txBody>
      </p:sp>
      <p:sp>
        <p:nvSpPr>
          <p:cNvPr id="12" name="Rectangle 11">
            <a:extLst>
              <a:ext uri="{FF2B5EF4-FFF2-40B4-BE49-F238E27FC236}">
                <a16:creationId xmlns:a16="http://schemas.microsoft.com/office/drawing/2014/main" id="{E9F5B2EC-5687-4B2B-9882-E507E8347549}"/>
              </a:ext>
            </a:extLst>
          </p:cNvPr>
          <p:cNvSpPr>
            <a:spLocks noChangeArrowheads="1"/>
          </p:cNvSpPr>
          <p:nvPr/>
        </p:nvSpPr>
        <p:spPr bwMode="auto">
          <a:xfrm>
            <a:off x="3205317" y="2146687"/>
            <a:ext cx="2954655" cy="2554545"/>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eaLnBrk="0" fontAlgn="base" hangingPunct="0">
              <a:spcBef>
                <a:spcPct val="0"/>
              </a:spcBef>
              <a:spcAft>
                <a:spcPct val="0"/>
              </a:spcAft>
            </a:pPr>
            <a:r>
              <a:rPr lang="en-US" sz="2000" b="1">
                <a:latin typeface="Cambria" panose="02040503050406030204" pitchFamily="18" charset="0"/>
                <a:cs typeface="Times New Roman" pitchFamily="18" charset="0"/>
              </a:rPr>
              <a:t>Câu b)</a:t>
            </a:r>
            <a:endParaRPr kumimoji="0" lang="en-US" altLang="en-US" sz="2000" b="1" i="0" u="none" strike="noStrike" cap="none" normalizeH="0" baseline="0">
              <a:ln>
                <a:noFill/>
              </a:ln>
              <a:solidFill>
                <a:srgbClr val="000080"/>
              </a:solidFill>
              <a:effectLst/>
              <a:latin typeface="Courier New" panose="02070309020205020404" pitchFamily="49" charset="0"/>
              <a:cs typeface="Courier New" panose="020703090202050204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a:ln>
                  <a:noFill/>
                </a:ln>
                <a:solidFill>
                  <a:srgbClr val="000080"/>
                </a:solidFill>
                <a:effectLst/>
                <a:latin typeface="Courier New" panose="02070309020205020404" pitchFamily="49" charset="0"/>
                <a:cs typeface="Courier New" panose="02070309020205020404" pitchFamily="49" charset="0"/>
              </a:rPr>
              <a:t>def </a:t>
            </a:r>
            <a:r>
              <a:rPr kumimoji="0" lang="en-US" altLang="en-US" sz="20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main():</a:t>
            </a:r>
            <a:br>
              <a:rPr kumimoji="0" lang="en-US" altLang="en-US" sz="20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br>
            <a:r>
              <a:rPr kumimoji="0" lang="en-US" altLang="en-US" sz="20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    </a:t>
            </a:r>
            <a:r>
              <a:rPr kumimoji="0" lang="en-US" altLang="en-US" sz="2000" b="1" i="0" u="none" strike="noStrike" cap="none" normalizeH="0" baseline="0">
                <a:ln>
                  <a:noFill/>
                </a:ln>
                <a:solidFill>
                  <a:srgbClr val="000080"/>
                </a:solidFill>
                <a:effectLst/>
                <a:latin typeface="Courier New" panose="02070309020205020404" pitchFamily="49" charset="0"/>
                <a:cs typeface="Courier New" panose="02070309020205020404" pitchFamily="49" charset="0"/>
              </a:rPr>
              <a:t>global </a:t>
            </a:r>
            <a:r>
              <a:rPr kumimoji="0" lang="en-US" altLang="en-US" sz="20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val</a:t>
            </a:r>
            <a:br>
              <a:rPr kumimoji="0" lang="en-US" altLang="en-US" sz="20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br>
            <a:r>
              <a:rPr kumimoji="0" lang="en-US" altLang="en-US" sz="20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    val = </a:t>
            </a:r>
            <a:r>
              <a:rPr kumimoji="0" lang="en-US" altLang="en-US" sz="2000" b="0" i="0" u="none" strike="noStrike" cap="none" normalizeH="0" baseline="0">
                <a:ln>
                  <a:noFill/>
                </a:ln>
                <a:solidFill>
                  <a:srgbClr val="0000FF"/>
                </a:solidFill>
                <a:effectLst/>
                <a:latin typeface="Courier New" panose="02070309020205020404" pitchFamily="49" charset="0"/>
                <a:cs typeface="Courier New" panose="02070309020205020404" pitchFamily="49" charset="0"/>
              </a:rPr>
              <a:t>5</a:t>
            </a:r>
            <a:br>
              <a:rPr kumimoji="0" lang="en-US" altLang="en-US" sz="2000" b="0" i="0" u="none" strike="noStrike" cap="none" normalizeH="0" baseline="0">
                <a:ln>
                  <a:noFill/>
                </a:ln>
                <a:solidFill>
                  <a:srgbClr val="0000FF"/>
                </a:solidFill>
                <a:effectLst/>
                <a:latin typeface="Courier New" panose="02070309020205020404" pitchFamily="49" charset="0"/>
                <a:cs typeface="Courier New" panose="02070309020205020404" pitchFamily="49" charset="0"/>
              </a:rPr>
            </a:br>
            <a:r>
              <a:rPr kumimoji="0" lang="en-US" altLang="en-US" sz="2000" b="0" i="0" u="none" strike="noStrike" cap="none" normalizeH="0" baseline="0">
                <a:ln>
                  <a:noFill/>
                </a:ln>
                <a:solidFill>
                  <a:srgbClr val="0000FF"/>
                </a:solidFill>
                <a:effectLst/>
                <a:latin typeface="Courier New" panose="02070309020205020404" pitchFamily="49" charset="0"/>
                <a:cs typeface="Courier New" panose="02070309020205020404" pitchFamily="49" charset="0"/>
              </a:rPr>
              <a:t>    </a:t>
            </a:r>
            <a:r>
              <a:rPr kumimoji="0" lang="en-US" altLang="en-US" sz="2000" b="0" i="0" u="none" strike="noStrike" cap="none" normalizeH="0" baseline="0">
                <a:ln>
                  <a:noFill/>
                </a:ln>
                <a:solidFill>
                  <a:srgbClr val="000080"/>
                </a:solidFill>
                <a:effectLst/>
                <a:latin typeface="Courier New" panose="02070309020205020404" pitchFamily="49" charset="0"/>
                <a:cs typeface="Courier New" panose="02070309020205020404" pitchFamily="49" charset="0"/>
              </a:rPr>
              <a:t>print</a:t>
            </a:r>
            <a:r>
              <a:rPr kumimoji="0" lang="en-US" altLang="en-US" sz="20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(sum1(</a:t>
            </a:r>
            <a:r>
              <a:rPr kumimoji="0" lang="en-US" altLang="en-US" sz="2000" b="0" i="0" u="none" strike="noStrike" cap="none" normalizeH="0" baseline="0">
                <a:ln>
                  <a:noFill/>
                </a:ln>
                <a:solidFill>
                  <a:srgbClr val="0000FF"/>
                </a:solidFill>
                <a:effectLst/>
                <a:latin typeface="Courier New" panose="02070309020205020404" pitchFamily="49" charset="0"/>
                <a:cs typeface="Courier New" panose="02070309020205020404" pitchFamily="49" charset="0"/>
              </a:rPr>
              <a:t>5</a:t>
            </a:r>
            <a:r>
              <a:rPr kumimoji="0" lang="en-US" altLang="en-US" sz="20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a:t>
            </a:r>
            <a:br>
              <a:rPr kumimoji="0" lang="en-US" altLang="en-US" sz="20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br>
            <a:r>
              <a:rPr kumimoji="0" lang="en-US" altLang="en-US" sz="20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    </a:t>
            </a:r>
            <a:r>
              <a:rPr kumimoji="0" lang="en-US" altLang="en-US" sz="2000" b="0" i="0" u="none" strike="noStrike" cap="none" normalizeH="0" baseline="0">
                <a:ln>
                  <a:noFill/>
                </a:ln>
                <a:solidFill>
                  <a:srgbClr val="000080"/>
                </a:solidFill>
                <a:effectLst/>
                <a:latin typeface="Courier New" panose="02070309020205020404" pitchFamily="49" charset="0"/>
                <a:cs typeface="Courier New" panose="02070309020205020404" pitchFamily="49" charset="0"/>
              </a:rPr>
              <a:t>print</a:t>
            </a:r>
            <a:r>
              <a:rPr kumimoji="0" lang="en-US" altLang="en-US" sz="20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(sum3())</a:t>
            </a:r>
            <a:br>
              <a:rPr kumimoji="0" lang="en-US" altLang="en-US" sz="20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br>
            <a:r>
              <a:rPr kumimoji="0" lang="en-US" altLang="en-US" sz="20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    </a:t>
            </a:r>
            <a:r>
              <a:rPr kumimoji="0" lang="en-US" altLang="en-US" sz="2000" b="0" i="0" u="none" strike="noStrike" cap="none" normalizeH="0" baseline="0">
                <a:ln>
                  <a:noFill/>
                </a:ln>
                <a:solidFill>
                  <a:srgbClr val="000080"/>
                </a:solidFill>
                <a:effectLst/>
                <a:latin typeface="Courier New" panose="02070309020205020404" pitchFamily="49" charset="0"/>
                <a:cs typeface="Courier New" panose="02070309020205020404" pitchFamily="49" charset="0"/>
              </a:rPr>
              <a:t>print</a:t>
            </a:r>
            <a:r>
              <a:rPr kumimoji="0" lang="en-US" altLang="en-US" sz="20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(sum2())</a:t>
            </a:r>
            <a:br>
              <a:rPr kumimoji="0" lang="en-US" altLang="en-US" sz="20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br>
            <a:r>
              <a:rPr kumimoji="0" lang="en-US" altLang="en-US" sz="20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main()</a:t>
            </a:r>
            <a:endParaRPr kumimoji="0" lang="en-US" altLang="en-US" sz="2000" b="0" i="0" u="none" strike="noStrike" cap="none" normalizeH="0" baseline="0">
              <a:ln>
                <a:noFill/>
              </a:ln>
              <a:solidFill>
                <a:schemeClr val="tx1"/>
              </a:solidFill>
              <a:effectLst/>
              <a:latin typeface="Arial" panose="020B0604020202020204" pitchFamily="34" charset="0"/>
            </a:endParaRPr>
          </a:p>
        </p:txBody>
      </p:sp>
      <p:sp>
        <p:nvSpPr>
          <p:cNvPr id="13" name="Rectangle 12">
            <a:extLst>
              <a:ext uri="{FF2B5EF4-FFF2-40B4-BE49-F238E27FC236}">
                <a16:creationId xmlns:a16="http://schemas.microsoft.com/office/drawing/2014/main" id="{4A7D1B69-3380-4954-899E-528EA5B855EB}"/>
              </a:ext>
            </a:extLst>
          </p:cNvPr>
          <p:cNvSpPr>
            <a:spLocks noChangeArrowheads="1"/>
          </p:cNvSpPr>
          <p:nvPr/>
        </p:nvSpPr>
        <p:spPr bwMode="auto">
          <a:xfrm>
            <a:off x="6093301" y="2022615"/>
            <a:ext cx="2954655" cy="286232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eaLnBrk="0" fontAlgn="base" hangingPunct="0">
              <a:spcBef>
                <a:spcPct val="0"/>
              </a:spcBef>
              <a:spcAft>
                <a:spcPct val="0"/>
              </a:spcAft>
            </a:pPr>
            <a:r>
              <a:rPr lang="en-US" sz="2000" b="1">
                <a:latin typeface="Cambria" panose="02040503050406030204" pitchFamily="18" charset="0"/>
                <a:cs typeface="Times New Roman" pitchFamily="18" charset="0"/>
              </a:rPr>
              <a:t>Câu c)</a:t>
            </a:r>
            <a:endParaRPr kumimoji="0" lang="en-US" altLang="en-US" sz="2000" b="1" i="0" u="none" strike="noStrike" cap="none" normalizeH="0" baseline="0">
              <a:ln>
                <a:noFill/>
              </a:ln>
              <a:solidFill>
                <a:srgbClr val="000080"/>
              </a:solidFill>
              <a:effectLst/>
              <a:latin typeface="Courier New" panose="02070309020205020404" pitchFamily="49" charset="0"/>
              <a:cs typeface="Courier New" panose="020703090202050204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a:ln>
                  <a:noFill/>
                </a:ln>
                <a:solidFill>
                  <a:srgbClr val="000080"/>
                </a:solidFill>
                <a:effectLst/>
                <a:latin typeface="Courier New" panose="02070309020205020404" pitchFamily="49" charset="0"/>
                <a:cs typeface="Courier New" panose="02070309020205020404" pitchFamily="49" charset="0"/>
              </a:rPr>
              <a:t>def </a:t>
            </a:r>
            <a:r>
              <a:rPr kumimoji="0" lang="en-US" altLang="en-US" sz="20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main():</a:t>
            </a:r>
            <a:br>
              <a:rPr kumimoji="0" lang="en-US" altLang="en-US" sz="20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br>
            <a:r>
              <a:rPr kumimoji="0" lang="en-US" altLang="en-US" sz="20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    </a:t>
            </a:r>
            <a:r>
              <a:rPr kumimoji="0" lang="en-US" altLang="en-US" sz="2000" b="1" i="0" u="none" strike="noStrike" cap="none" normalizeH="0" baseline="0">
                <a:ln>
                  <a:noFill/>
                </a:ln>
                <a:solidFill>
                  <a:srgbClr val="000080"/>
                </a:solidFill>
                <a:effectLst/>
                <a:latin typeface="Courier New" panose="02070309020205020404" pitchFamily="49" charset="0"/>
                <a:cs typeface="Courier New" panose="02070309020205020404" pitchFamily="49" charset="0"/>
              </a:rPr>
              <a:t>global </a:t>
            </a:r>
            <a:r>
              <a:rPr kumimoji="0" lang="en-US" altLang="en-US" sz="20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val</a:t>
            </a:r>
            <a:br>
              <a:rPr kumimoji="0" lang="en-US" altLang="en-US" sz="20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br>
            <a:r>
              <a:rPr kumimoji="0" lang="en-US" altLang="en-US" sz="20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    val = </a:t>
            </a:r>
            <a:r>
              <a:rPr kumimoji="0" lang="en-US" altLang="en-US" sz="2000" b="0" i="0" u="none" strike="noStrike" cap="none" normalizeH="0" baseline="0">
                <a:ln>
                  <a:noFill/>
                </a:ln>
                <a:solidFill>
                  <a:srgbClr val="0000FF"/>
                </a:solidFill>
                <a:effectLst/>
                <a:latin typeface="Courier New" panose="02070309020205020404" pitchFamily="49" charset="0"/>
                <a:cs typeface="Courier New" panose="02070309020205020404" pitchFamily="49" charset="0"/>
              </a:rPr>
              <a:t>5</a:t>
            </a:r>
            <a:br>
              <a:rPr kumimoji="0" lang="en-US" altLang="en-US" sz="2000" b="0" i="0" u="none" strike="noStrike" cap="none" normalizeH="0" baseline="0">
                <a:ln>
                  <a:noFill/>
                </a:ln>
                <a:solidFill>
                  <a:srgbClr val="0000FF"/>
                </a:solidFill>
                <a:effectLst/>
                <a:latin typeface="Courier New" panose="02070309020205020404" pitchFamily="49" charset="0"/>
                <a:cs typeface="Courier New" panose="02070309020205020404" pitchFamily="49" charset="0"/>
              </a:rPr>
            </a:br>
            <a:r>
              <a:rPr kumimoji="0" lang="en-US" altLang="en-US" sz="2000" b="0" i="0" u="none" strike="noStrike" cap="none" normalizeH="0" baseline="0">
                <a:ln>
                  <a:noFill/>
                </a:ln>
                <a:solidFill>
                  <a:srgbClr val="0000FF"/>
                </a:solidFill>
                <a:effectLst/>
                <a:latin typeface="Courier New" panose="02070309020205020404" pitchFamily="49" charset="0"/>
                <a:cs typeface="Courier New" panose="02070309020205020404" pitchFamily="49" charset="0"/>
              </a:rPr>
              <a:t>    </a:t>
            </a:r>
            <a:r>
              <a:rPr kumimoji="0" lang="en-US" altLang="en-US" sz="2000" b="0" i="0" u="none" strike="noStrike" cap="none" normalizeH="0" baseline="0">
                <a:ln>
                  <a:noFill/>
                </a:ln>
                <a:solidFill>
                  <a:srgbClr val="000080"/>
                </a:solidFill>
                <a:effectLst/>
                <a:latin typeface="Courier New" panose="02070309020205020404" pitchFamily="49" charset="0"/>
                <a:cs typeface="Courier New" panose="02070309020205020404" pitchFamily="49" charset="0"/>
              </a:rPr>
              <a:t>print</a:t>
            </a:r>
            <a:r>
              <a:rPr kumimoji="0" lang="en-US" altLang="en-US" sz="20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(sum2())</a:t>
            </a:r>
            <a:br>
              <a:rPr kumimoji="0" lang="en-US" altLang="en-US" sz="20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br>
            <a:r>
              <a:rPr kumimoji="0" lang="en-US" altLang="en-US" sz="20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    </a:t>
            </a:r>
            <a:r>
              <a:rPr kumimoji="0" lang="en-US" altLang="en-US" sz="2000" b="0" i="0" u="none" strike="noStrike" cap="none" normalizeH="0" baseline="0">
                <a:ln>
                  <a:noFill/>
                </a:ln>
                <a:solidFill>
                  <a:srgbClr val="000080"/>
                </a:solidFill>
                <a:effectLst/>
                <a:latin typeface="Courier New" panose="02070309020205020404" pitchFamily="49" charset="0"/>
                <a:cs typeface="Courier New" panose="02070309020205020404" pitchFamily="49" charset="0"/>
              </a:rPr>
              <a:t>print</a:t>
            </a:r>
            <a:r>
              <a:rPr kumimoji="0" lang="en-US" altLang="en-US" sz="20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(sum1(</a:t>
            </a:r>
            <a:r>
              <a:rPr kumimoji="0" lang="en-US" altLang="en-US" sz="2000" b="0" i="0" u="none" strike="noStrike" cap="none" normalizeH="0" baseline="0">
                <a:ln>
                  <a:noFill/>
                </a:ln>
                <a:solidFill>
                  <a:srgbClr val="0000FF"/>
                </a:solidFill>
                <a:effectLst/>
                <a:latin typeface="Courier New" panose="02070309020205020404" pitchFamily="49" charset="0"/>
                <a:cs typeface="Courier New" panose="02070309020205020404" pitchFamily="49" charset="0"/>
              </a:rPr>
              <a:t>5</a:t>
            </a:r>
            <a:r>
              <a:rPr kumimoji="0" lang="en-US" altLang="en-US" sz="20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a:t>
            </a:r>
            <a:br>
              <a:rPr kumimoji="0" lang="en-US" altLang="en-US" sz="20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br>
            <a:r>
              <a:rPr kumimoji="0" lang="en-US" altLang="en-US" sz="20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    </a:t>
            </a:r>
            <a:r>
              <a:rPr kumimoji="0" lang="en-US" altLang="en-US" sz="2000" b="0" i="0" u="none" strike="noStrike" cap="none" normalizeH="0" baseline="0">
                <a:ln>
                  <a:noFill/>
                </a:ln>
                <a:solidFill>
                  <a:srgbClr val="000080"/>
                </a:solidFill>
                <a:effectLst/>
                <a:latin typeface="Courier New" panose="02070309020205020404" pitchFamily="49" charset="0"/>
                <a:cs typeface="Courier New" panose="02070309020205020404" pitchFamily="49" charset="0"/>
              </a:rPr>
              <a:t>print</a:t>
            </a:r>
            <a:r>
              <a:rPr kumimoji="0" lang="en-US" altLang="en-US" sz="20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(sum3())</a:t>
            </a:r>
            <a:br>
              <a:rPr kumimoji="0" lang="en-US" altLang="en-US" sz="20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br>
            <a:r>
              <a:rPr kumimoji="0" lang="en-US" altLang="en-US" sz="20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main()</a:t>
            </a:r>
            <a:br>
              <a:rPr kumimoji="0" lang="en-US" altLang="en-US" sz="20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br>
            <a:endParaRPr kumimoji="0" lang="en-US" altLang="en-US" sz="20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49331566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a:extLst>
              <a:ext uri="{FF2B5EF4-FFF2-40B4-BE49-F238E27FC236}">
                <a16:creationId xmlns:a16="http://schemas.microsoft.com/office/drawing/2014/main" id="{36184FF7-DEEF-47A1-9A9A-DD0097D09FE5}"/>
              </a:ext>
            </a:extLst>
          </p:cNvPr>
          <p:cNvSpPr>
            <a:spLocks noGrp="1"/>
          </p:cNvSpPr>
          <p:nvPr>
            <p:ph type="title"/>
          </p:nvPr>
        </p:nvSpPr>
        <p:spPr/>
        <p:txBody>
          <a:bodyPr/>
          <a:lstStyle/>
          <a:p>
            <a:r>
              <a:rPr lang="en-US" altLang="en-US">
                <a:latin typeface="Calibri(Body)"/>
              </a:rPr>
              <a:t>FAQ</a:t>
            </a:r>
          </a:p>
        </p:txBody>
      </p:sp>
      <p:pic>
        <p:nvPicPr>
          <p:cNvPr id="35843" name="Picture 6">
            <a:extLst>
              <a:ext uri="{FF2B5EF4-FFF2-40B4-BE49-F238E27FC236}">
                <a16:creationId xmlns:a16="http://schemas.microsoft.com/office/drawing/2014/main" id="{B788FFF5-0A29-4150-B189-30FF380DD94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76400" y="1219200"/>
            <a:ext cx="5278438" cy="527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8" name="Straight Connector 7">
            <a:extLst>
              <a:ext uri="{FF2B5EF4-FFF2-40B4-BE49-F238E27FC236}">
                <a16:creationId xmlns:a16="http://schemas.microsoft.com/office/drawing/2014/main" id="{D0EA593F-6EF9-4302-BF31-B4014183E7A4}"/>
              </a:ext>
            </a:extLst>
          </p:cNvPr>
          <p:cNvCxnSpPr/>
          <p:nvPr/>
        </p:nvCxnSpPr>
        <p:spPr>
          <a:xfrm>
            <a:off x="457200" y="990600"/>
            <a:ext cx="8229600" cy="1588"/>
          </a:xfrm>
          <a:prstGeom prst="line">
            <a:avLst/>
          </a:prstGeom>
          <a:ln w="38100"/>
        </p:spPr>
        <p:style>
          <a:lnRef idx="2">
            <a:schemeClr val="accent1"/>
          </a:lnRef>
          <a:fillRef idx="0">
            <a:schemeClr val="accent1"/>
          </a:fillRef>
          <a:effectRef idx="1">
            <a:schemeClr val="accent1"/>
          </a:effectRef>
          <a:fontRef idx="minor">
            <a:schemeClr val="tx1"/>
          </a:fontRef>
        </p:style>
      </p:cxnSp>
      <p:sp>
        <p:nvSpPr>
          <p:cNvPr id="35845" name="Slide Number Placeholder 4">
            <a:extLst>
              <a:ext uri="{FF2B5EF4-FFF2-40B4-BE49-F238E27FC236}">
                <a16:creationId xmlns:a16="http://schemas.microsoft.com/office/drawing/2014/main" id="{ED0F3CA8-F36D-487A-A924-2ADD066F8B4F}"/>
              </a:ext>
            </a:extLst>
          </p:cNvPr>
          <p:cNvSpPr>
            <a:spLocks noGrp="1" noChangeArrowheads="1"/>
          </p:cNvSpPr>
          <p:nvPr>
            <p:ph type="sldNum" sz="quarter" idx="12"/>
          </p:nvPr>
        </p:nvSpPr>
        <p:spPr bwMode="auto">
          <a:xfrm>
            <a:off x="8129588" y="5734050"/>
            <a:ext cx="609600" cy="5207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E46C0A"/>
              </a:buClr>
              <a:buFont typeface="Wingdings" panose="05000000000000000000" pitchFamily="2" charset="2"/>
              <a:buChar char="v"/>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742950" indent="-285750">
              <a:spcBef>
                <a:spcPct val="20000"/>
              </a:spcBef>
              <a:buClr>
                <a:srgbClr val="E46C0A"/>
              </a:buClr>
              <a:buFont typeface="Wingdings" panose="05000000000000000000" pitchFamily="2" charset="2"/>
              <a:buChar char="q"/>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marL="1143000" indent="-228600">
              <a:spcBef>
                <a:spcPct val="20000"/>
              </a:spcBef>
              <a:buClr>
                <a:srgbClr val="E46C0A"/>
              </a:buClr>
              <a:buFont typeface="Wingdings" panose="05000000000000000000" pitchFamily="2" charset="2"/>
              <a:buChar char="Ø"/>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3pPr>
            <a:lvl4pPr marL="1600200" indent="-228600">
              <a:spcBef>
                <a:spcPct val="20000"/>
              </a:spcBef>
              <a:buClr>
                <a:srgbClr val="E46C0A"/>
              </a:buClr>
              <a:buFont typeface="Courier New" panose="02070309020205020404" pitchFamily="49" charset="0"/>
              <a:buChar char="o"/>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4pPr>
            <a:lvl5pPr marL="2057400" indent="-228600">
              <a:spcBef>
                <a:spcPct val="20000"/>
              </a:spcBef>
              <a:buFont typeface="Arial" panose="020B0604020202020204" pitchFamily="34" charset="0"/>
              <a:buChar char="»"/>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600">
                <a:solidFill>
                  <a:schemeClr val="tx1"/>
                </a:solidFill>
                <a:latin typeface="Verdana" panose="020B0604030504040204" pitchFamily="34" charset="0"/>
                <a:ea typeface="Verdana" panose="020B0604030504040204" pitchFamily="34" charset="0"/>
                <a:cs typeface="Verdana" panose="020B0604030504040204" pitchFamily="34" charset="0"/>
              </a:defRPr>
            </a:lvl9pPr>
          </a:lstStyle>
          <a:p>
            <a:pPr>
              <a:spcBef>
                <a:spcPct val="0"/>
              </a:spcBef>
              <a:buClrTx/>
              <a:buFontTx/>
              <a:buNone/>
            </a:pPr>
            <a:fld id="{B2CC241A-78C4-4544-B917-F8DD6A2B851C}" type="slidenum">
              <a:rPr lang="en-US" altLang="en-US" sz="1400" smtClean="0">
                <a:solidFill>
                  <a:srgbClr val="FFFFFF"/>
                </a:solidFill>
                <a:latin typeface="Times New Roman" panose="02020603050405020304" pitchFamily="18" charset="0"/>
                <a:cs typeface="Arial" panose="020B0604020202020204" pitchFamily="34" charset="0"/>
              </a:rPr>
              <a:pPr>
                <a:spcBef>
                  <a:spcPct val="0"/>
                </a:spcBef>
                <a:buClrTx/>
                <a:buFontTx/>
                <a:buNone/>
              </a:pPr>
              <a:t>41</a:t>
            </a:fld>
            <a:endParaRPr lang="en-US" altLang="en-US" sz="1400">
              <a:solidFill>
                <a:srgbClr val="FFFFFF"/>
              </a:solidFill>
              <a:latin typeface="Times New Roman" panose="02020603050405020304" pitchFamily="18" charset="0"/>
              <a:cs typeface="Arial" panose="020B0604020202020204" pitchFamily="34" charset="0"/>
            </a:endParaRPr>
          </a:p>
        </p:txBody>
      </p:sp>
    </p:spTree>
  </p:cSld>
  <p:clrMapOvr>
    <a:masterClrMapping/>
  </p:clrMapOvr>
</p:sld>
</file>

<file path=ppt/theme/theme1.xml><?xml version="1.0" encoding="utf-8"?>
<a:theme xmlns:a="http://schemas.openxmlformats.org/drawingml/2006/main" name="SlideMaster_TrungKie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SlideMaster_TrungKien</Template>
  <TotalTime>5052</TotalTime>
  <Words>2432</Words>
  <Application>Microsoft Macintosh PowerPoint</Application>
  <PresentationFormat>On-screen Show (4:3)</PresentationFormat>
  <Paragraphs>304</Paragraphs>
  <Slides>41</Slides>
  <Notes>1</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41</vt:i4>
      </vt:variant>
    </vt:vector>
  </HeadingPairs>
  <TitlesOfParts>
    <vt:vector size="53" baseType="lpstr">
      <vt:lpstr>Arial Unicode MS</vt:lpstr>
      <vt:lpstr>Arial</vt:lpstr>
      <vt:lpstr>Calibri</vt:lpstr>
      <vt:lpstr>Calibri(Body)</vt:lpstr>
      <vt:lpstr>Cambria</vt:lpstr>
      <vt:lpstr>Consolas</vt:lpstr>
      <vt:lpstr>Courier New</vt:lpstr>
      <vt:lpstr>Menlo</vt:lpstr>
      <vt:lpstr>Times New Roman</vt:lpstr>
      <vt:lpstr>Verdana</vt:lpstr>
      <vt:lpstr>Wingdings</vt:lpstr>
      <vt:lpstr>SlideMaster_TrungKien</vt:lpstr>
      <vt:lpstr>CHƯƠNG TRÌNH CON-HÀM</vt:lpstr>
      <vt:lpstr>NỘI DUNG</vt:lpstr>
      <vt:lpstr>Hàm từ thư viện có sẵn</vt:lpstr>
      <vt:lpstr>Hàm từ thư viện có sẵn</vt:lpstr>
      <vt:lpstr>Hàm từ thư viện có sẵn</vt:lpstr>
      <vt:lpstr>Hàm từ thư viện có sẵn</vt:lpstr>
      <vt:lpstr>Hàm từ thư viện có sẵn</vt:lpstr>
      <vt:lpstr>Hàm từ thư viện có sẵn</vt:lpstr>
      <vt:lpstr>Hàm từ thư viện có sẵn</vt:lpstr>
      <vt:lpstr>Hàm từ thư viện có sẵn</vt:lpstr>
      <vt:lpstr>Hàm từ thư viện có sẵn</vt:lpstr>
      <vt:lpstr>Hàm từ thư viện có sẵn</vt:lpstr>
      <vt:lpstr>2. Bài tập</vt:lpstr>
      <vt:lpstr>2. Bài tập</vt:lpstr>
      <vt:lpstr>3. Khái niệm Hàm</vt:lpstr>
      <vt:lpstr>3. Khái niệm Hàm</vt:lpstr>
      <vt:lpstr>3. Khai niệm Hàm</vt:lpstr>
      <vt:lpstr>3. Định nghĩa Hàm</vt:lpstr>
      <vt:lpstr>3. Định nghĩa Hàm</vt:lpstr>
      <vt:lpstr>3. Định nghĩa Hàm</vt:lpstr>
      <vt:lpstr>3. Định nghĩa Hàm</vt:lpstr>
      <vt:lpstr>3. Định nghĩa Hàm</vt:lpstr>
      <vt:lpstr>3. Định nghĩa Hàm</vt:lpstr>
      <vt:lpstr>3. Nguyên tắc hoạt động của hàm</vt:lpstr>
      <vt:lpstr>3. Nguyên tắc hoạt động của hàm</vt:lpstr>
      <vt:lpstr>3. Viết tài liệu cho hàm</vt:lpstr>
      <vt:lpstr>3. Viết tài liệu cho hàm</vt:lpstr>
      <vt:lpstr>3. Viết tài liệu cho hàm</vt:lpstr>
      <vt:lpstr>3. Global Variable</vt:lpstr>
      <vt:lpstr>3. Global Variable</vt:lpstr>
      <vt:lpstr>3. Global Variable</vt:lpstr>
      <vt:lpstr>3. Parameter mặc định</vt:lpstr>
      <vt:lpstr>3. Parameter mặc định</vt:lpstr>
      <vt:lpstr>3. Parameter mặc định</vt:lpstr>
      <vt:lpstr>3. Hàm vô danh, lambda</vt:lpstr>
      <vt:lpstr>3. Hàm vô danh, lambda</vt:lpstr>
      <vt:lpstr>3. Hàm vô danh, lambda</vt:lpstr>
      <vt:lpstr>4. Bài tập</vt:lpstr>
      <vt:lpstr>4. Bài tập</vt:lpstr>
      <vt:lpstr>4. Bài tập</vt:lpstr>
      <vt:lpstr>FAQ</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Trung Kien</dc:creator>
  <cp:lastModifiedBy>Lê Thị Hồng Nga</cp:lastModifiedBy>
  <cp:revision>416</cp:revision>
  <dcterms:created xsi:type="dcterms:W3CDTF">2007-08-28T06:01:43Z</dcterms:created>
  <dcterms:modified xsi:type="dcterms:W3CDTF">2026-01-20T07:37:05Z</dcterms:modified>
</cp:coreProperties>
</file>